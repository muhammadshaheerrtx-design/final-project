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sldIdLst>
    <p:sldId id="256" r:id="rId5"/>
    <p:sldId id="257" r:id="rId6"/>
    <p:sldId id="265" r:id="rId7"/>
    <p:sldId id="258" r:id="rId8"/>
    <p:sldId id="264" r:id="rId9"/>
    <p:sldId id="263" r:id="rId10"/>
    <p:sldId id="261" r:id="rId11"/>
    <p:sldId id="259" r:id="rId12"/>
    <p:sldId id="262" r:id="rId13"/>
    <p:sldId id="260" r:id="rId14"/>
    <p:sldId id="266" r:id="rId15"/>
    <p:sldId id="267" r:id="rId16"/>
    <p:sldId id="268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4725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2721F57-50AC-4F6B-92DD-DBE894558BC6}" v="12" dt="2026-09-02T21:00:29.92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E171933-4619-4E11-9A3F-F7608DF75F80}" styleName="Medium Style 1 –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2096" autoAdjust="0"/>
  </p:normalViewPr>
  <p:slideViewPr>
    <p:cSldViewPr snapToGrid="0">
      <p:cViewPr varScale="1">
        <p:scale>
          <a:sx n="68" d="100"/>
          <a:sy n="68" d="100"/>
        </p:scale>
        <p:origin x="78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2023509" userId="eb864def-625f-4d14-be83-15afe2e18787" providerId="ADAL" clId="{D7F8F926-13DC-4D4E-891C-32761971F440}"/>
    <pc:docChg chg="undo custSel addSld delSld modSld">
      <pc:chgData name="u2023509" userId="eb864def-625f-4d14-be83-15afe2e18787" providerId="ADAL" clId="{D7F8F926-13DC-4D4E-891C-32761971F440}" dt="2026-09-02T21:11:07.477" v="765" actId="47"/>
      <pc:docMkLst>
        <pc:docMk/>
      </pc:docMkLst>
      <pc:sldChg chg="modSp mod">
        <pc:chgData name="u2023509" userId="eb864def-625f-4d14-be83-15afe2e18787" providerId="ADAL" clId="{D7F8F926-13DC-4D4E-891C-32761971F440}" dt="2026-09-02T20:12:51.406" v="268" actId="20577"/>
        <pc:sldMkLst>
          <pc:docMk/>
          <pc:sldMk cId="3967148800" sldId="256"/>
        </pc:sldMkLst>
        <pc:spChg chg="mod">
          <ac:chgData name="u2023509" userId="eb864def-625f-4d14-be83-15afe2e18787" providerId="ADAL" clId="{D7F8F926-13DC-4D4E-891C-32761971F440}" dt="2026-09-02T20:12:35.065" v="228" actId="20577"/>
          <ac:spMkLst>
            <pc:docMk/>
            <pc:sldMk cId="3967148800" sldId="256"/>
            <ac:spMk id="2" creationId="{E433007C-F1C7-9003-408A-9288346B0EED}"/>
          </ac:spMkLst>
        </pc:spChg>
        <pc:spChg chg="mod">
          <ac:chgData name="u2023509" userId="eb864def-625f-4d14-be83-15afe2e18787" providerId="ADAL" clId="{D7F8F926-13DC-4D4E-891C-32761971F440}" dt="2026-09-02T20:12:51.406" v="268" actId="20577"/>
          <ac:spMkLst>
            <pc:docMk/>
            <pc:sldMk cId="3967148800" sldId="256"/>
            <ac:spMk id="3" creationId="{8D08FF12-030D-3E7C-6768-A0AA200912F3}"/>
          </ac:spMkLst>
        </pc:spChg>
      </pc:sldChg>
      <pc:sldChg chg="addSp modSp mod">
        <pc:chgData name="u2023509" userId="eb864def-625f-4d14-be83-15afe2e18787" providerId="ADAL" clId="{D7F8F926-13DC-4D4E-891C-32761971F440}" dt="2026-09-02T20:13:22.131" v="328" actId="1076"/>
        <pc:sldMkLst>
          <pc:docMk/>
          <pc:sldMk cId="2595056902" sldId="257"/>
        </pc:sldMkLst>
        <pc:spChg chg="add mod">
          <ac:chgData name="u2023509" userId="eb864def-625f-4d14-be83-15afe2e18787" providerId="ADAL" clId="{D7F8F926-13DC-4D4E-891C-32761971F440}" dt="2026-09-02T20:13:22.131" v="328" actId="1076"/>
          <ac:spMkLst>
            <pc:docMk/>
            <pc:sldMk cId="2595056902" sldId="257"/>
            <ac:spMk id="4" creationId="{EC4B0422-F4D3-BA0B-7775-7CBE5901D043}"/>
          </ac:spMkLst>
        </pc:spChg>
      </pc:sldChg>
      <pc:sldChg chg="addSp delSp modSp mod">
        <pc:chgData name="u2023509" userId="eb864def-625f-4d14-be83-15afe2e18787" providerId="ADAL" clId="{D7F8F926-13DC-4D4E-891C-32761971F440}" dt="2026-09-02T20:18:27.775" v="376" actId="14100"/>
        <pc:sldMkLst>
          <pc:docMk/>
          <pc:sldMk cId="2427886047" sldId="258"/>
        </pc:sldMkLst>
        <pc:spChg chg="add del mod ord">
          <ac:chgData name="u2023509" userId="eb864def-625f-4d14-be83-15afe2e18787" providerId="ADAL" clId="{D7F8F926-13DC-4D4E-891C-32761971F440}" dt="2026-09-02T20:14:33.991" v="334" actId="11529"/>
          <ac:spMkLst>
            <pc:docMk/>
            <pc:sldMk cId="2427886047" sldId="258"/>
            <ac:spMk id="3" creationId="{4FAF9338-550C-4E22-C302-8DD1B47BF2C6}"/>
          </ac:spMkLst>
        </pc:spChg>
        <pc:spChg chg="mod">
          <ac:chgData name="u2023509" userId="eb864def-625f-4d14-be83-15afe2e18787" providerId="ADAL" clId="{D7F8F926-13DC-4D4E-891C-32761971F440}" dt="2026-09-02T20:14:42.565" v="338" actId="1076"/>
          <ac:spMkLst>
            <pc:docMk/>
            <pc:sldMk cId="2427886047" sldId="258"/>
            <ac:spMk id="4" creationId="{3477DD16-41B3-D06A-DB97-CDBCB760870F}"/>
          </ac:spMkLst>
        </pc:spChg>
        <pc:spChg chg="add del">
          <ac:chgData name="u2023509" userId="eb864def-625f-4d14-be83-15afe2e18787" providerId="ADAL" clId="{D7F8F926-13DC-4D4E-891C-32761971F440}" dt="2026-09-02T20:14:49.955" v="340" actId="11529"/>
          <ac:spMkLst>
            <pc:docMk/>
            <pc:sldMk cId="2427886047" sldId="258"/>
            <ac:spMk id="5" creationId="{9588ACDB-66D0-6473-0431-25236706608F}"/>
          </ac:spMkLst>
        </pc:spChg>
        <pc:spChg chg="add mod ord">
          <ac:chgData name="u2023509" userId="eb864def-625f-4d14-be83-15afe2e18787" providerId="ADAL" clId="{D7F8F926-13DC-4D4E-891C-32761971F440}" dt="2026-09-02T20:18:24.172" v="375" actId="14100"/>
          <ac:spMkLst>
            <pc:docMk/>
            <pc:sldMk cId="2427886047" sldId="258"/>
            <ac:spMk id="6" creationId="{D3749D36-F654-1070-974F-CB3672662166}"/>
          </ac:spMkLst>
        </pc:spChg>
        <pc:spChg chg="add mod ord">
          <ac:chgData name="u2023509" userId="eb864def-625f-4d14-be83-15afe2e18787" providerId="ADAL" clId="{D7F8F926-13DC-4D4E-891C-32761971F440}" dt="2026-09-02T20:18:16.720" v="374" actId="14100"/>
          <ac:spMkLst>
            <pc:docMk/>
            <pc:sldMk cId="2427886047" sldId="258"/>
            <ac:spMk id="11" creationId="{273CD755-EC2E-CE99-CDFD-25737662EF72}"/>
          </ac:spMkLst>
        </pc:spChg>
        <pc:spChg chg="add mod ord">
          <ac:chgData name="u2023509" userId="eb864def-625f-4d14-be83-15afe2e18787" providerId="ADAL" clId="{D7F8F926-13DC-4D4E-891C-32761971F440}" dt="2026-09-02T20:16:34.767" v="356" actId="1076"/>
          <ac:spMkLst>
            <pc:docMk/>
            <pc:sldMk cId="2427886047" sldId="258"/>
            <ac:spMk id="17" creationId="{33D591E9-2DE2-BAAD-D9F2-49D8BC1ADAAD}"/>
          </ac:spMkLst>
        </pc:spChg>
        <pc:spChg chg="mod">
          <ac:chgData name="u2023509" userId="eb864def-625f-4d14-be83-15afe2e18787" providerId="ADAL" clId="{D7F8F926-13DC-4D4E-891C-32761971F440}" dt="2026-09-02T20:18:06.020" v="373" actId="1076"/>
          <ac:spMkLst>
            <pc:docMk/>
            <pc:sldMk cId="2427886047" sldId="258"/>
            <ac:spMk id="22" creationId="{44E3A023-0A96-FE16-B4EA-FA613A8FB156}"/>
          </ac:spMkLst>
        </pc:spChg>
        <pc:spChg chg="add mod ord">
          <ac:chgData name="u2023509" userId="eb864def-625f-4d14-be83-15afe2e18787" providerId="ADAL" clId="{D7F8F926-13DC-4D4E-891C-32761971F440}" dt="2026-09-02T20:18:27.775" v="376" actId="14100"/>
          <ac:spMkLst>
            <pc:docMk/>
            <pc:sldMk cId="2427886047" sldId="258"/>
            <ac:spMk id="23" creationId="{9DE26BE5-9FF7-EF8E-5C5A-358CB84EFD15}"/>
          </ac:spMkLst>
        </pc:spChg>
        <pc:spChg chg="mod">
          <ac:chgData name="u2023509" userId="eb864def-625f-4d14-be83-15afe2e18787" providerId="ADAL" clId="{D7F8F926-13DC-4D4E-891C-32761971F440}" dt="2026-09-02T20:18:06.020" v="373" actId="1076"/>
          <ac:spMkLst>
            <pc:docMk/>
            <pc:sldMk cId="2427886047" sldId="258"/>
            <ac:spMk id="24" creationId="{B2ED4A0B-73C7-B3C4-71E8-E9D2DA21BF1B}"/>
          </ac:spMkLst>
        </pc:spChg>
        <pc:spChg chg="add mod ord">
          <ac:chgData name="u2023509" userId="eb864def-625f-4d14-be83-15afe2e18787" providerId="ADAL" clId="{D7F8F926-13DC-4D4E-891C-32761971F440}" dt="2026-09-02T20:17:22.334" v="366" actId="14100"/>
          <ac:spMkLst>
            <pc:docMk/>
            <pc:sldMk cId="2427886047" sldId="258"/>
            <ac:spMk id="30" creationId="{9B9CD50F-BC6A-A8EA-962E-2A87CD3471DC}"/>
          </ac:spMkLst>
        </pc:spChg>
        <pc:spChg chg="add mod ord">
          <ac:chgData name="u2023509" userId="eb864def-625f-4d14-be83-15afe2e18787" providerId="ADAL" clId="{D7F8F926-13DC-4D4E-891C-32761971F440}" dt="2026-09-02T20:18:06.020" v="373" actId="1076"/>
          <ac:spMkLst>
            <pc:docMk/>
            <pc:sldMk cId="2427886047" sldId="258"/>
            <ac:spMk id="35" creationId="{CEAA67DC-C907-75D6-E907-3CB6A9748941}"/>
          </ac:spMkLst>
        </pc:spChg>
        <pc:picChg chg="mod">
          <ac:chgData name="u2023509" userId="eb864def-625f-4d14-be83-15afe2e18787" providerId="ADAL" clId="{D7F8F926-13DC-4D4E-891C-32761971F440}" dt="2026-09-02T20:18:06.020" v="373" actId="1076"/>
          <ac:picMkLst>
            <pc:docMk/>
            <pc:sldMk cId="2427886047" sldId="258"/>
            <ac:picMk id="36" creationId="{BE74A8CA-61A8-B1DD-5C3A-608CD34B9389}"/>
          </ac:picMkLst>
        </pc:picChg>
        <pc:picChg chg="mod">
          <ac:chgData name="u2023509" userId="eb864def-625f-4d14-be83-15afe2e18787" providerId="ADAL" clId="{D7F8F926-13DC-4D4E-891C-32761971F440}" dt="2026-09-02T20:18:06.020" v="373" actId="1076"/>
          <ac:picMkLst>
            <pc:docMk/>
            <pc:sldMk cId="2427886047" sldId="258"/>
            <ac:picMk id="37" creationId="{A6D319C5-5BB3-B10A-85A2-3CA0A9AF2517}"/>
          </ac:picMkLst>
        </pc:picChg>
        <pc:picChg chg="mod">
          <ac:chgData name="u2023509" userId="eb864def-625f-4d14-be83-15afe2e18787" providerId="ADAL" clId="{D7F8F926-13DC-4D4E-891C-32761971F440}" dt="2026-09-02T20:18:06.020" v="373" actId="1076"/>
          <ac:picMkLst>
            <pc:docMk/>
            <pc:sldMk cId="2427886047" sldId="258"/>
            <ac:picMk id="38" creationId="{27B4E30C-6547-4663-790C-E5F54F06245D}"/>
          </ac:picMkLst>
        </pc:picChg>
      </pc:sldChg>
      <pc:sldChg chg="addSp modSp mod">
        <pc:chgData name="u2023509" userId="eb864def-625f-4d14-be83-15afe2e18787" providerId="ADAL" clId="{D7F8F926-13DC-4D4E-891C-32761971F440}" dt="2026-09-02T20:23:10.981" v="410" actId="14100"/>
        <pc:sldMkLst>
          <pc:docMk/>
          <pc:sldMk cId="1895146870" sldId="259"/>
        </pc:sldMkLst>
        <pc:spChg chg="mod">
          <ac:chgData name="u2023509" userId="eb864def-625f-4d14-be83-15afe2e18787" providerId="ADAL" clId="{D7F8F926-13DC-4D4E-891C-32761971F440}" dt="2026-09-02T20:23:04.197" v="408" actId="1076"/>
          <ac:spMkLst>
            <pc:docMk/>
            <pc:sldMk cId="1895146870" sldId="259"/>
            <ac:spMk id="3" creationId="{96EA5AEC-7EB8-6158-D116-40B2DD198BE6}"/>
          </ac:spMkLst>
        </pc:spChg>
        <pc:spChg chg="add mod ord">
          <ac:chgData name="u2023509" userId="eb864def-625f-4d14-be83-15afe2e18787" providerId="ADAL" clId="{D7F8F926-13DC-4D4E-891C-32761971F440}" dt="2026-09-02T20:23:10.981" v="410" actId="14100"/>
          <ac:spMkLst>
            <pc:docMk/>
            <pc:sldMk cId="1895146870" sldId="259"/>
            <ac:spMk id="4" creationId="{C7EDF41E-C0C7-A1D6-062E-BF5EB86F12E1}"/>
          </ac:spMkLst>
        </pc:spChg>
        <pc:spChg chg="mod">
          <ac:chgData name="u2023509" userId="eb864def-625f-4d14-be83-15afe2e18787" providerId="ADAL" clId="{D7F8F926-13DC-4D4E-891C-32761971F440}" dt="2026-09-02T20:22:28.301" v="400" actId="1076"/>
          <ac:spMkLst>
            <pc:docMk/>
            <pc:sldMk cId="1895146870" sldId="259"/>
            <ac:spMk id="6" creationId="{9EF2B4AD-F228-C816-A5DE-BD9504D48DCF}"/>
          </ac:spMkLst>
        </pc:spChg>
        <pc:spChg chg="mod">
          <ac:chgData name="u2023509" userId="eb864def-625f-4d14-be83-15afe2e18787" providerId="ADAL" clId="{D7F8F926-13DC-4D4E-891C-32761971F440}" dt="2026-09-02T20:23:07.194" v="409" actId="1076"/>
          <ac:spMkLst>
            <pc:docMk/>
            <pc:sldMk cId="1895146870" sldId="259"/>
            <ac:spMk id="7" creationId="{5F1DD7B6-F3F6-BEAA-3303-E9EB26FD56CA}"/>
          </ac:spMkLst>
        </pc:spChg>
        <pc:spChg chg="mod">
          <ac:chgData name="u2023509" userId="eb864def-625f-4d14-be83-15afe2e18787" providerId="ADAL" clId="{D7F8F926-13DC-4D4E-891C-32761971F440}" dt="2026-09-02T20:22:38.367" v="402" actId="1076"/>
          <ac:spMkLst>
            <pc:docMk/>
            <pc:sldMk cId="1895146870" sldId="259"/>
            <ac:spMk id="11" creationId="{AFE70536-C49E-51A9-29A8-E483B753FB23}"/>
          </ac:spMkLst>
        </pc:spChg>
        <pc:spChg chg="mod">
          <ac:chgData name="u2023509" userId="eb864def-625f-4d14-be83-15afe2e18787" providerId="ADAL" clId="{D7F8F926-13DC-4D4E-891C-32761971F440}" dt="2026-09-02T20:22:55.521" v="407" actId="1076"/>
          <ac:spMkLst>
            <pc:docMk/>
            <pc:sldMk cId="1895146870" sldId="259"/>
            <ac:spMk id="15" creationId="{F6ADD9D5-E37C-9832-4422-5CBAA72E675A}"/>
          </ac:spMkLst>
        </pc:spChg>
        <pc:spChg chg="mod">
          <ac:chgData name="u2023509" userId="eb864def-625f-4d14-be83-15afe2e18787" providerId="ADAL" clId="{D7F8F926-13DC-4D4E-891C-32761971F440}" dt="2026-09-02T20:22:47.481" v="404" actId="1076"/>
          <ac:spMkLst>
            <pc:docMk/>
            <pc:sldMk cId="1895146870" sldId="259"/>
            <ac:spMk id="17" creationId="{5AD3D6F0-3433-401C-75AA-2D9E27930EB7}"/>
          </ac:spMkLst>
        </pc:spChg>
      </pc:sldChg>
      <pc:sldChg chg="addSp delSp modSp mod setBg">
        <pc:chgData name="u2023509" userId="eb864def-625f-4d14-be83-15afe2e18787" providerId="ADAL" clId="{D7F8F926-13DC-4D4E-891C-32761971F440}" dt="2026-09-02T16:21:11.894" v="107" actId="208"/>
        <pc:sldMkLst>
          <pc:docMk/>
          <pc:sldMk cId="409615101" sldId="262"/>
        </pc:sldMkLst>
        <pc:spChg chg="mod">
          <ac:chgData name="u2023509" userId="eb864def-625f-4d14-be83-15afe2e18787" providerId="ADAL" clId="{D7F8F926-13DC-4D4E-891C-32761971F440}" dt="2026-09-02T16:21:11.894" v="107" actId="208"/>
          <ac:spMkLst>
            <pc:docMk/>
            <pc:sldMk cId="409615101" sldId="262"/>
            <ac:spMk id="2" creationId="{C056EF58-DC8A-4251-E113-E4021E9B4F3E}"/>
          </ac:spMkLst>
        </pc:spChg>
        <pc:spChg chg="del">
          <ac:chgData name="u2023509" userId="eb864def-625f-4d14-be83-15afe2e18787" providerId="ADAL" clId="{D7F8F926-13DC-4D4E-891C-32761971F440}" dt="2026-09-02T16:09:07.359" v="0" actId="26606"/>
          <ac:spMkLst>
            <pc:docMk/>
            <pc:sldMk cId="409615101" sldId="262"/>
            <ac:spMk id="3" creationId="{8C506774-FABC-F136-540D-AA98BA6942F9}"/>
          </ac:spMkLst>
        </pc:spChg>
        <pc:spChg chg="add del mod">
          <ac:chgData name="u2023509" userId="eb864def-625f-4d14-be83-15afe2e18787" providerId="ADAL" clId="{D7F8F926-13DC-4D4E-891C-32761971F440}" dt="2026-09-02T16:19:07.569" v="92"/>
          <ac:spMkLst>
            <pc:docMk/>
            <pc:sldMk cId="409615101" sldId="262"/>
            <ac:spMk id="4" creationId="{42B70AF5-7F5A-84E5-72B4-E12CE5EE9A89}"/>
          </ac:spMkLst>
        </pc:spChg>
        <pc:spChg chg="add">
          <ac:chgData name="u2023509" userId="eb864def-625f-4d14-be83-15afe2e18787" providerId="ADAL" clId="{D7F8F926-13DC-4D4E-891C-32761971F440}" dt="2026-09-02T16:09:07.359" v="0" actId="26606"/>
          <ac:spMkLst>
            <pc:docMk/>
            <pc:sldMk cId="409615101" sldId="262"/>
            <ac:spMk id="9" creationId="{3EE1A71F-2664-4E38-A47B-A6F74A66A5BA}"/>
          </ac:spMkLst>
        </pc:spChg>
        <pc:spChg chg="add">
          <ac:chgData name="u2023509" userId="eb864def-625f-4d14-be83-15afe2e18787" providerId="ADAL" clId="{D7F8F926-13DC-4D4E-891C-32761971F440}" dt="2026-09-02T16:09:07.359" v="0" actId="26606"/>
          <ac:spMkLst>
            <pc:docMk/>
            <pc:sldMk cId="409615101" sldId="262"/>
            <ac:spMk id="11" creationId="{895A2202-3CDB-4BEB-B357-591207B19CE3}"/>
          </ac:spMkLst>
        </pc:spChg>
        <pc:spChg chg="add">
          <ac:chgData name="u2023509" userId="eb864def-625f-4d14-be83-15afe2e18787" providerId="ADAL" clId="{D7F8F926-13DC-4D4E-891C-32761971F440}" dt="2026-09-02T16:09:07.359" v="0" actId="26606"/>
          <ac:spMkLst>
            <pc:docMk/>
            <pc:sldMk cId="409615101" sldId="262"/>
            <ac:spMk id="13" creationId="{3AD441E9-6D75-456C-B0AE-40B2012E17CA}"/>
          </ac:spMkLst>
        </pc:spChg>
        <pc:graphicFrameChg chg="add">
          <ac:chgData name="u2023509" userId="eb864def-625f-4d14-be83-15afe2e18787" providerId="ADAL" clId="{D7F8F926-13DC-4D4E-891C-32761971F440}" dt="2026-09-02T16:09:07.359" v="0" actId="26606"/>
          <ac:graphicFrameMkLst>
            <pc:docMk/>
            <pc:sldMk cId="409615101" sldId="262"/>
            <ac:graphicFrameMk id="5" creationId="{7454BCAD-A576-1656-B8CC-C6D37B643140}"/>
          </ac:graphicFrameMkLst>
        </pc:graphicFrameChg>
      </pc:sldChg>
      <pc:sldChg chg="modSp mod">
        <pc:chgData name="u2023509" userId="eb864def-625f-4d14-be83-15afe2e18787" providerId="ADAL" clId="{D7F8F926-13DC-4D4E-891C-32761971F440}" dt="2026-09-02T20:28:27.368" v="467" actId="20577"/>
        <pc:sldMkLst>
          <pc:docMk/>
          <pc:sldMk cId="2173851037" sldId="263"/>
        </pc:sldMkLst>
        <pc:spChg chg="mod">
          <ac:chgData name="u2023509" userId="eb864def-625f-4d14-be83-15afe2e18787" providerId="ADAL" clId="{D7F8F926-13DC-4D4E-891C-32761971F440}" dt="2026-09-02T20:28:27.368" v="467" actId="20577"/>
          <ac:spMkLst>
            <pc:docMk/>
            <pc:sldMk cId="2173851037" sldId="263"/>
            <ac:spMk id="2" creationId="{EE47B1FA-66BD-4CB0-074D-3C5736600FDC}"/>
          </ac:spMkLst>
        </pc:spChg>
      </pc:sldChg>
      <pc:sldChg chg="addSp delSp modSp new mod">
        <pc:chgData name="u2023509" userId="eb864def-625f-4d14-be83-15afe2e18787" providerId="ADAL" clId="{D7F8F926-13DC-4D4E-891C-32761971F440}" dt="2026-09-02T20:42:02.489" v="591" actId="207"/>
        <pc:sldMkLst>
          <pc:docMk/>
          <pc:sldMk cId="1856586032" sldId="264"/>
        </pc:sldMkLst>
        <pc:spChg chg="mod">
          <ac:chgData name="u2023509" userId="eb864def-625f-4d14-be83-15afe2e18787" providerId="ADAL" clId="{D7F8F926-13DC-4D4E-891C-32761971F440}" dt="2026-09-02T16:20:32.908" v="106" actId="207"/>
          <ac:spMkLst>
            <pc:docMk/>
            <pc:sldMk cId="1856586032" sldId="264"/>
            <ac:spMk id="2" creationId="{19AF8C71-75E8-864B-19DD-DE3668FE3758}"/>
          </ac:spMkLst>
        </pc:spChg>
        <pc:spChg chg="del">
          <ac:chgData name="u2023509" userId="eb864def-625f-4d14-be83-15afe2e18787" providerId="ADAL" clId="{D7F8F926-13DC-4D4E-891C-32761971F440}" dt="2026-09-02T16:11:59.529" v="33" actId="478"/>
          <ac:spMkLst>
            <pc:docMk/>
            <pc:sldMk cId="1856586032" sldId="264"/>
            <ac:spMk id="3" creationId="{887BF042-3CEE-9AFA-B74C-2699F513B115}"/>
          </ac:spMkLst>
        </pc:spChg>
        <pc:spChg chg="add del mod">
          <ac:chgData name="u2023509" userId="eb864def-625f-4d14-be83-15afe2e18787" providerId="ADAL" clId="{D7F8F926-13DC-4D4E-891C-32761971F440}" dt="2026-09-02T20:04:48.309" v="142"/>
          <ac:spMkLst>
            <pc:docMk/>
            <pc:sldMk cId="1856586032" sldId="264"/>
            <ac:spMk id="3" creationId="{EB26049D-E1FB-4364-E325-B14859B9D518}"/>
          </ac:spMkLst>
        </pc:spChg>
        <pc:spChg chg="add mod">
          <ac:chgData name="u2023509" userId="eb864def-625f-4d14-be83-15afe2e18787" providerId="ADAL" clId="{D7F8F926-13DC-4D4E-891C-32761971F440}" dt="2026-09-02T20:42:02.489" v="591" actId="207"/>
          <ac:spMkLst>
            <pc:docMk/>
            <pc:sldMk cId="1856586032" sldId="264"/>
            <ac:spMk id="4" creationId="{67446613-B39C-3D7F-C771-6AE80886087B}"/>
          </ac:spMkLst>
        </pc:spChg>
        <pc:spChg chg="add mod">
          <ac:chgData name="u2023509" userId="eb864def-625f-4d14-be83-15afe2e18787" providerId="ADAL" clId="{D7F8F926-13DC-4D4E-891C-32761971F440}" dt="2026-09-02T16:14:39.519" v="45" actId="207"/>
          <ac:spMkLst>
            <pc:docMk/>
            <pc:sldMk cId="1856586032" sldId="264"/>
            <ac:spMk id="5" creationId="{358223A8-4157-EA2F-5DFC-848AFE9AC420}"/>
          </ac:spMkLst>
        </pc:spChg>
        <pc:spChg chg="add mod ord">
          <ac:chgData name="u2023509" userId="eb864def-625f-4d14-be83-15afe2e18787" providerId="ADAL" clId="{D7F8F926-13DC-4D4E-891C-32761971F440}" dt="2026-09-02T16:14:27.781" v="44" actId="14861"/>
          <ac:spMkLst>
            <pc:docMk/>
            <pc:sldMk cId="1856586032" sldId="264"/>
            <ac:spMk id="6" creationId="{1336C2B0-10CF-F6FD-D3A1-98827B092FC6}"/>
          </ac:spMkLst>
        </pc:spChg>
        <pc:spChg chg="add del mod">
          <ac:chgData name="u2023509" userId="eb864def-625f-4d14-be83-15afe2e18787" providerId="ADAL" clId="{D7F8F926-13DC-4D4E-891C-32761971F440}" dt="2026-09-02T20:40:02.803" v="575"/>
          <ac:spMkLst>
            <pc:docMk/>
            <pc:sldMk cId="1856586032" sldId="264"/>
            <ac:spMk id="7" creationId="{9B567F44-BBD3-9F2C-A2EF-F47C1DD33567}"/>
          </ac:spMkLst>
        </pc:spChg>
        <pc:spChg chg="add mod">
          <ac:chgData name="u2023509" userId="eb864def-625f-4d14-be83-15afe2e18787" providerId="ADAL" clId="{D7F8F926-13DC-4D4E-891C-32761971F440}" dt="2026-09-02T16:22:10.046" v="137" actId="14100"/>
          <ac:spMkLst>
            <pc:docMk/>
            <pc:sldMk cId="1856586032" sldId="264"/>
            <ac:spMk id="8" creationId="{F3158C3F-2606-E462-AB18-C72A907A699F}"/>
          </ac:spMkLst>
        </pc:spChg>
        <pc:spChg chg="add mod">
          <ac:chgData name="u2023509" userId="eb864def-625f-4d14-be83-15afe2e18787" providerId="ADAL" clId="{D7F8F926-13DC-4D4E-891C-32761971F440}" dt="2026-09-02T16:22:05.739" v="136" actId="20577"/>
          <ac:spMkLst>
            <pc:docMk/>
            <pc:sldMk cId="1856586032" sldId="264"/>
            <ac:spMk id="10" creationId="{19F17FA6-B0CA-D34A-A749-EFC0C5D7A91C}"/>
          </ac:spMkLst>
        </pc:spChg>
        <pc:spChg chg="add mod">
          <ac:chgData name="u2023509" userId="eb864def-625f-4d14-be83-15afe2e18787" providerId="ADAL" clId="{D7F8F926-13DC-4D4E-891C-32761971F440}" dt="2026-09-02T16:16:53.951" v="63" actId="14861"/>
          <ac:spMkLst>
            <pc:docMk/>
            <pc:sldMk cId="1856586032" sldId="264"/>
            <ac:spMk id="11" creationId="{11318B06-BBDE-A648-C308-A815887664BB}"/>
          </ac:spMkLst>
        </pc:spChg>
        <pc:spChg chg="add mod">
          <ac:chgData name="u2023509" userId="eb864def-625f-4d14-be83-15afe2e18787" providerId="ADAL" clId="{D7F8F926-13DC-4D4E-891C-32761971F440}" dt="2026-09-02T20:40:54.286" v="583" actId="14100"/>
          <ac:spMkLst>
            <pc:docMk/>
            <pc:sldMk cId="1856586032" sldId="264"/>
            <ac:spMk id="12" creationId="{4429C608-1C83-0192-3380-8EDA1A80F3B6}"/>
          </ac:spMkLst>
        </pc:spChg>
        <pc:spChg chg="add mod">
          <ac:chgData name="u2023509" userId="eb864def-625f-4d14-be83-15afe2e18787" providerId="ADAL" clId="{D7F8F926-13DC-4D4E-891C-32761971F440}" dt="2026-09-02T16:22:12.535" v="138" actId="1076"/>
          <ac:spMkLst>
            <pc:docMk/>
            <pc:sldMk cId="1856586032" sldId="264"/>
            <ac:spMk id="13" creationId="{C5DD446C-F417-EF3D-B5BD-DA39F8BC1D00}"/>
          </ac:spMkLst>
        </pc:spChg>
        <pc:spChg chg="add mod ord">
          <ac:chgData name="u2023509" userId="eb864def-625f-4d14-be83-15afe2e18787" providerId="ADAL" clId="{D7F8F926-13DC-4D4E-891C-32761971F440}" dt="2026-09-02T20:41:51.692" v="590" actId="14861"/>
          <ac:spMkLst>
            <pc:docMk/>
            <pc:sldMk cId="1856586032" sldId="264"/>
            <ac:spMk id="14" creationId="{06AC1E45-BA01-0F26-23DF-07CA4259D958}"/>
          </ac:spMkLst>
        </pc:spChg>
        <pc:spChg chg="add mod">
          <ac:chgData name="u2023509" userId="eb864def-625f-4d14-be83-15afe2e18787" providerId="ADAL" clId="{D7F8F926-13DC-4D4E-891C-32761971F440}" dt="2026-09-02T16:22:17.616" v="139" actId="1076"/>
          <ac:spMkLst>
            <pc:docMk/>
            <pc:sldMk cId="1856586032" sldId="264"/>
            <ac:spMk id="15" creationId="{383B7F61-DFD3-3483-6E6F-C1F05232D544}"/>
          </ac:spMkLst>
        </pc:spChg>
        <pc:spChg chg="add mod">
          <ac:chgData name="u2023509" userId="eb864def-625f-4d14-be83-15afe2e18787" providerId="ADAL" clId="{D7F8F926-13DC-4D4E-891C-32761971F440}" dt="2026-09-02T20:39:10.551" v="564" actId="1076"/>
          <ac:spMkLst>
            <pc:docMk/>
            <pc:sldMk cId="1856586032" sldId="264"/>
            <ac:spMk id="17" creationId="{1E512019-CD06-29CC-E15B-24B65826C5D0}"/>
          </ac:spMkLst>
        </pc:spChg>
        <pc:spChg chg="add mod ord">
          <ac:chgData name="u2023509" userId="eb864def-625f-4d14-be83-15afe2e18787" providerId="ADAL" clId="{D7F8F926-13DC-4D4E-891C-32761971F440}" dt="2026-09-02T16:21:34.633" v="111" actId="207"/>
          <ac:spMkLst>
            <pc:docMk/>
            <pc:sldMk cId="1856586032" sldId="264"/>
            <ac:spMk id="18" creationId="{1072D059-2E31-F84C-BD43-B18D5C849272}"/>
          </ac:spMkLst>
        </pc:spChg>
      </pc:sldChg>
      <pc:sldChg chg="addSp delSp modSp new mod setBg">
        <pc:chgData name="u2023509" userId="eb864def-625f-4d14-be83-15afe2e18787" providerId="ADAL" clId="{D7F8F926-13DC-4D4E-891C-32761971F440}" dt="2026-09-02T21:09:18.842" v="741" actId="14100"/>
        <pc:sldMkLst>
          <pc:docMk/>
          <pc:sldMk cId="3313984887" sldId="265"/>
        </pc:sldMkLst>
        <pc:spChg chg="mod">
          <ac:chgData name="u2023509" userId="eb864def-625f-4d14-be83-15afe2e18787" providerId="ADAL" clId="{D7F8F926-13DC-4D4E-891C-32761971F440}" dt="2026-09-02T20:37:23.883" v="494" actId="26606"/>
          <ac:spMkLst>
            <pc:docMk/>
            <pc:sldMk cId="3313984887" sldId="265"/>
            <ac:spMk id="2" creationId="{3C22D201-DC83-DE39-05F3-A52266B69F05}"/>
          </ac:spMkLst>
        </pc:spChg>
        <pc:spChg chg="add del mod">
          <ac:chgData name="u2023509" userId="eb864def-625f-4d14-be83-15afe2e18787" providerId="ADAL" clId="{D7F8F926-13DC-4D4E-891C-32761971F440}" dt="2026-09-02T20:37:23.883" v="494" actId="26606"/>
          <ac:spMkLst>
            <pc:docMk/>
            <pc:sldMk cId="3313984887" sldId="265"/>
            <ac:spMk id="3" creationId="{346A5B14-56EB-A5C9-AC3A-DAF5ABC3DCAB}"/>
          </ac:spMkLst>
        </pc:spChg>
        <pc:spChg chg="add del">
          <ac:chgData name="u2023509" userId="eb864def-625f-4d14-be83-15afe2e18787" providerId="ADAL" clId="{D7F8F926-13DC-4D4E-891C-32761971F440}" dt="2026-09-02T20:37:05.819" v="487" actId="26606"/>
          <ac:spMkLst>
            <pc:docMk/>
            <pc:sldMk cId="3313984887" sldId="265"/>
            <ac:spMk id="9" creationId="{3EE1A71F-2664-4E38-A47B-A6F74A66A5BA}"/>
          </ac:spMkLst>
        </pc:spChg>
        <pc:spChg chg="add">
          <ac:chgData name="u2023509" userId="eb864def-625f-4d14-be83-15afe2e18787" providerId="ADAL" clId="{D7F8F926-13DC-4D4E-891C-32761971F440}" dt="2026-09-02T20:37:23.883" v="494" actId="26606"/>
          <ac:spMkLst>
            <pc:docMk/>
            <pc:sldMk cId="3313984887" sldId="265"/>
            <ac:spMk id="10" creationId="{0A696357-B315-4D9E-BB00-C5180F54B082}"/>
          </ac:spMkLst>
        </pc:spChg>
        <pc:spChg chg="add del">
          <ac:chgData name="u2023509" userId="eb864def-625f-4d14-be83-15afe2e18787" providerId="ADAL" clId="{D7F8F926-13DC-4D4E-891C-32761971F440}" dt="2026-09-02T20:37:05.819" v="487" actId="26606"/>
          <ac:spMkLst>
            <pc:docMk/>
            <pc:sldMk cId="3313984887" sldId="265"/>
            <ac:spMk id="11" creationId="{895A2202-3CDB-4BEB-B357-591207B19CE3}"/>
          </ac:spMkLst>
        </pc:spChg>
        <pc:spChg chg="add">
          <ac:chgData name="u2023509" userId="eb864def-625f-4d14-be83-15afe2e18787" providerId="ADAL" clId="{D7F8F926-13DC-4D4E-891C-32761971F440}" dt="2026-09-02T20:37:23.883" v="494" actId="26606"/>
          <ac:spMkLst>
            <pc:docMk/>
            <pc:sldMk cId="3313984887" sldId="265"/>
            <ac:spMk id="12" creationId="{472F6C6C-999D-43D5-AC07-AF342514404C}"/>
          </ac:spMkLst>
        </pc:spChg>
        <pc:spChg chg="add del">
          <ac:chgData name="u2023509" userId="eb864def-625f-4d14-be83-15afe2e18787" providerId="ADAL" clId="{D7F8F926-13DC-4D4E-891C-32761971F440}" dt="2026-09-02T20:37:05.819" v="487" actId="26606"/>
          <ac:spMkLst>
            <pc:docMk/>
            <pc:sldMk cId="3313984887" sldId="265"/>
            <ac:spMk id="13" creationId="{3AD441E9-6D75-456C-B0AE-40B2012E17CA}"/>
          </ac:spMkLst>
        </pc:spChg>
        <pc:spChg chg="add">
          <ac:chgData name="u2023509" userId="eb864def-625f-4d14-be83-15afe2e18787" providerId="ADAL" clId="{D7F8F926-13DC-4D4E-891C-32761971F440}" dt="2026-09-02T20:37:23.883" v="494" actId="26606"/>
          <ac:spMkLst>
            <pc:docMk/>
            <pc:sldMk cId="3313984887" sldId="265"/>
            <ac:spMk id="14" creationId="{EC04F56B-9315-467D-9EEF-52DE7F0B5ACA}"/>
          </ac:spMkLst>
        </pc:spChg>
        <pc:spChg chg="add del">
          <ac:chgData name="u2023509" userId="eb864def-625f-4d14-be83-15afe2e18787" providerId="ADAL" clId="{D7F8F926-13DC-4D4E-891C-32761971F440}" dt="2026-09-02T20:37:07.420" v="489" actId="26606"/>
          <ac:spMkLst>
            <pc:docMk/>
            <pc:sldMk cId="3313984887" sldId="265"/>
            <ac:spMk id="15" creationId="{B5E4CBEC-18A2-4509-A45D-D5E653582CED}"/>
          </ac:spMkLst>
        </pc:spChg>
        <pc:spChg chg="add del">
          <ac:chgData name="u2023509" userId="eb864def-625f-4d14-be83-15afe2e18787" providerId="ADAL" clId="{D7F8F926-13DC-4D4E-891C-32761971F440}" dt="2026-09-02T20:37:07.420" v="489" actId="26606"/>
          <ac:spMkLst>
            <pc:docMk/>
            <pc:sldMk cId="3313984887" sldId="265"/>
            <ac:spMk id="16" creationId="{0A5EA4A7-4381-4FC6-AA9A-C9EA77B84F8A}"/>
          </ac:spMkLst>
        </pc:spChg>
        <pc:spChg chg="add del">
          <ac:chgData name="u2023509" userId="eb864def-625f-4d14-be83-15afe2e18787" providerId="ADAL" clId="{D7F8F926-13DC-4D4E-891C-32761971F440}" dt="2026-09-02T20:37:07.420" v="489" actId="26606"/>
          <ac:spMkLst>
            <pc:docMk/>
            <pc:sldMk cId="3313984887" sldId="265"/>
            <ac:spMk id="17" creationId="{E6295D53-0474-4725-85BE-1F15FCC2D97F}"/>
          </ac:spMkLst>
        </pc:spChg>
        <pc:spChg chg="add del">
          <ac:chgData name="u2023509" userId="eb864def-625f-4d14-be83-15afe2e18787" providerId="ADAL" clId="{D7F8F926-13DC-4D4E-891C-32761971F440}" dt="2026-09-02T20:37:09.087" v="491" actId="26606"/>
          <ac:spMkLst>
            <pc:docMk/>
            <pc:sldMk cId="3313984887" sldId="265"/>
            <ac:spMk id="20" creationId="{C2ED0803-0133-49C2-9858-E132FF173AAD}"/>
          </ac:spMkLst>
        </pc:spChg>
        <pc:spChg chg="add del">
          <ac:chgData name="u2023509" userId="eb864def-625f-4d14-be83-15afe2e18787" providerId="ADAL" clId="{D7F8F926-13DC-4D4E-891C-32761971F440}" dt="2026-09-02T20:37:09.087" v="491" actId="26606"/>
          <ac:spMkLst>
            <pc:docMk/>
            <pc:sldMk cId="3313984887" sldId="265"/>
            <ac:spMk id="21" creationId="{C379F6D6-AB42-424F-9B81-E57F502B6AA6}"/>
          </ac:spMkLst>
        </pc:spChg>
        <pc:spChg chg="add del">
          <ac:chgData name="u2023509" userId="eb864def-625f-4d14-be83-15afe2e18787" providerId="ADAL" clId="{D7F8F926-13DC-4D4E-891C-32761971F440}" dt="2026-09-02T20:37:09.087" v="491" actId="26606"/>
          <ac:spMkLst>
            <pc:docMk/>
            <pc:sldMk cId="3313984887" sldId="265"/>
            <ac:spMk id="22" creationId="{5BAFE5D0-C0A7-4C07-B852-6F0A7CF2ADBB}"/>
          </ac:spMkLst>
        </pc:spChg>
        <pc:spChg chg="add del">
          <ac:chgData name="u2023509" userId="eb864def-625f-4d14-be83-15afe2e18787" providerId="ADAL" clId="{D7F8F926-13DC-4D4E-891C-32761971F440}" dt="2026-09-02T20:37:23.866" v="493" actId="26606"/>
          <ac:spMkLst>
            <pc:docMk/>
            <pc:sldMk cId="3313984887" sldId="265"/>
            <ac:spMk id="25" creationId="{C8C9F670-D457-4F9E-BDA1-B6468C7782EB}"/>
          </ac:spMkLst>
        </pc:spChg>
        <pc:spChg chg="add del">
          <ac:chgData name="u2023509" userId="eb864def-625f-4d14-be83-15afe2e18787" providerId="ADAL" clId="{D7F8F926-13DC-4D4E-891C-32761971F440}" dt="2026-09-02T20:37:23.866" v="493" actId="26606"/>
          <ac:spMkLst>
            <pc:docMk/>
            <pc:sldMk cId="3313984887" sldId="265"/>
            <ac:spMk id="26" creationId="{240E2333-C7BB-42CB-A674-0BE0C8ED7B26}"/>
          </ac:spMkLst>
        </pc:spChg>
        <pc:spChg chg="add del">
          <ac:chgData name="u2023509" userId="eb864def-625f-4d14-be83-15afe2e18787" providerId="ADAL" clId="{D7F8F926-13DC-4D4E-891C-32761971F440}" dt="2026-09-02T20:37:23.866" v="493" actId="26606"/>
          <ac:spMkLst>
            <pc:docMk/>
            <pc:sldMk cId="3313984887" sldId="265"/>
            <ac:spMk id="27" creationId="{6CADF7DA-72EF-4990-9F27-D443BAF7D83E}"/>
          </ac:spMkLst>
        </pc:spChg>
        <pc:spChg chg="add">
          <ac:chgData name="u2023509" userId="eb864def-625f-4d14-be83-15afe2e18787" providerId="ADAL" clId="{D7F8F926-13DC-4D4E-891C-32761971F440}" dt="2026-09-02T20:37:23.883" v="494" actId="26606"/>
          <ac:spMkLst>
            <pc:docMk/>
            <pc:sldMk cId="3313984887" sldId="265"/>
            <ac:spMk id="30" creationId="{346A5B14-56EB-A5C9-AC3A-DAF5ABC3DCAB}"/>
          </ac:spMkLst>
        </pc:spChg>
        <pc:graphicFrameChg chg="add del">
          <ac:chgData name="u2023509" userId="eb864def-625f-4d14-be83-15afe2e18787" providerId="ADAL" clId="{D7F8F926-13DC-4D4E-891C-32761971F440}" dt="2026-09-02T20:37:05.819" v="487" actId="26606"/>
          <ac:graphicFrameMkLst>
            <pc:docMk/>
            <pc:sldMk cId="3313984887" sldId="265"/>
            <ac:graphicFrameMk id="5" creationId="{8656F55E-DB0A-273D-B2D3-BC734BB4927B}"/>
          </ac:graphicFrameMkLst>
        </pc:graphicFrameChg>
        <pc:graphicFrameChg chg="add del">
          <ac:chgData name="u2023509" userId="eb864def-625f-4d14-be83-15afe2e18787" providerId="ADAL" clId="{D7F8F926-13DC-4D4E-891C-32761971F440}" dt="2026-09-02T20:37:07.420" v="489" actId="26606"/>
          <ac:graphicFrameMkLst>
            <pc:docMk/>
            <pc:sldMk cId="3313984887" sldId="265"/>
            <ac:graphicFrameMk id="18" creationId="{1CBAADEA-EA4A-32B2-41C5-E14D55E4CAF6}"/>
          </ac:graphicFrameMkLst>
        </pc:graphicFrameChg>
        <pc:graphicFrameChg chg="add del">
          <ac:chgData name="u2023509" userId="eb864def-625f-4d14-be83-15afe2e18787" providerId="ADAL" clId="{D7F8F926-13DC-4D4E-891C-32761971F440}" dt="2026-09-02T20:37:09.087" v="491" actId="26606"/>
          <ac:graphicFrameMkLst>
            <pc:docMk/>
            <pc:sldMk cId="3313984887" sldId="265"/>
            <ac:graphicFrameMk id="23" creationId="{E43D6FB4-7A08-1C8B-DCFC-0D3F0388258C}"/>
          </ac:graphicFrameMkLst>
        </pc:graphicFrameChg>
        <pc:graphicFrameChg chg="add del">
          <ac:chgData name="u2023509" userId="eb864def-625f-4d14-be83-15afe2e18787" providerId="ADAL" clId="{D7F8F926-13DC-4D4E-891C-32761971F440}" dt="2026-09-02T20:37:23.866" v="493" actId="26606"/>
          <ac:graphicFrameMkLst>
            <pc:docMk/>
            <pc:sldMk cId="3313984887" sldId="265"/>
            <ac:graphicFrameMk id="28" creationId="{36A682E6-6031-0D3F-CACF-73EB681B7439}"/>
          </ac:graphicFrameMkLst>
        </pc:graphicFrameChg>
        <pc:picChg chg="add del mod">
          <ac:chgData name="u2023509" userId="eb864def-625f-4d14-be83-15afe2e18787" providerId="ADAL" clId="{D7F8F926-13DC-4D4E-891C-32761971F440}" dt="2026-09-02T21:07:52.484" v="730" actId="478"/>
          <ac:picMkLst>
            <pc:docMk/>
            <pc:sldMk cId="3313984887" sldId="265"/>
            <ac:picMk id="4" creationId="{9A8303C4-6FBD-45F6-70E8-FFB709DDDB64}"/>
          </ac:picMkLst>
        </pc:picChg>
        <pc:picChg chg="add">
          <ac:chgData name="u2023509" userId="eb864def-625f-4d14-be83-15afe2e18787" providerId="ADAL" clId="{D7F8F926-13DC-4D4E-891C-32761971F440}" dt="2026-09-02T20:37:23.883" v="494" actId="26606"/>
          <ac:picMkLst>
            <pc:docMk/>
            <pc:sldMk cId="3313984887" sldId="265"/>
            <ac:picMk id="7" creationId="{B36F3056-F978-9989-7870-0E87C3617B83}"/>
          </ac:picMkLst>
        </pc:picChg>
        <pc:picChg chg="add mod">
          <ac:chgData name="u2023509" userId="eb864def-625f-4d14-be83-15afe2e18787" providerId="ADAL" clId="{D7F8F926-13DC-4D4E-891C-32761971F440}" dt="2026-09-02T21:09:18.842" v="741" actId="14100"/>
          <ac:picMkLst>
            <pc:docMk/>
            <pc:sldMk cId="3313984887" sldId="265"/>
            <ac:picMk id="8" creationId="{B9442FA0-94B4-8560-4047-8F7C86150331}"/>
          </ac:picMkLst>
        </pc:picChg>
      </pc:sldChg>
      <pc:sldChg chg="addSp delSp modSp new mod setBg setClrOvrMap">
        <pc:chgData name="u2023509" userId="eb864def-625f-4d14-be83-15afe2e18787" providerId="ADAL" clId="{D7F8F926-13DC-4D4E-891C-32761971F440}" dt="2026-09-02T21:01:04.176" v="723" actId="1076"/>
        <pc:sldMkLst>
          <pc:docMk/>
          <pc:sldMk cId="3377902398" sldId="266"/>
        </pc:sldMkLst>
        <pc:spChg chg="mod">
          <ac:chgData name="u2023509" userId="eb864def-625f-4d14-be83-15afe2e18787" providerId="ADAL" clId="{D7F8F926-13DC-4D4E-891C-32761971F440}" dt="2026-09-02T20:57:47.111" v="687" actId="26606"/>
          <ac:spMkLst>
            <pc:docMk/>
            <pc:sldMk cId="3377902398" sldId="266"/>
            <ac:spMk id="2" creationId="{D31ED267-463E-CF87-469A-8AC81B641328}"/>
          </ac:spMkLst>
        </pc:spChg>
        <pc:spChg chg="add del mod">
          <ac:chgData name="u2023509" userId="eb864def-625f-4d14-be83-15afe2e18787" providerId="ADAL" clId="{D7F8F926-13DC-4D4E-891C-32761971F440}" dt="2026-09-02T20:57:47.111" v="687" actId="26606"/>
          <ac:spMkLst>
            <pc:docMk/>
            <pc:sldMk cId="3377902398" sldId="266"/>
            <ac:spMk id="3" creationId="{308BDD62-4D55-2283-9C06-3F18E7162198}"/>
          </ac:spMkLst>
        </pc:spChg>
        <pc:spChg chg="add del mod">
          <ac:chgData name="u2023509" userId="eb864def-625f-4d14-be83-15afe2e18787" providerId="ADAL" clId="{D7F8F926-13DC-4D4E-891C-32761971F440}" dt="2026-09-02T20:57:19.100" v="679"/>
          <ac:spMkLst>
            <pc:docMk/>
            <pc:sldMk cId="3377902398" sldId="266"/>
            <ac:spMk id="5" creationId="{7D532775-155A-3057-DCA6-D27AD9665889}"/>
          </ac:spMkLst>
        </pc:spChg>
        <pc:spChg chg="add del mod">
          <ac:chgData name="u2023509" userId="eb864def-625f-4d14-be83-15afe2e18787" providerId="ADAL" clId="{D7F8F926-13DC-4D4E-891C-32761971F440}" dt="2026-09-02T20:57:47.111" v="687" actId="26606"/>
          <ac:spMkLst>
            <pc:docMk/>
            <pc:sldMk cId="3377902398" sldId="266"/>
            <ac:spMk id="7" creationId="{BBD12EF6-4CE8-84DE-8F41-62376C758C58}"/>
          </ac:spMkLst>
        </pc:spChg>
        <pc:spChg chg="add mod">
          <ac:chgData name="u2023509" userId="eb864def-625f-4d14-be83-15afe2e18787" providerId="ADAL" clId="{D7F8F926-13DC-4D4E-891C-32761971F440}" dt="2026-09-02T21:00:58.110" v="722" actId="1076"/>
          <ac:spMkLst>
            <pc:docMk/>
            <pc:sldMk cId="3377902398" sldId="266"/>
            <ac:spMk id="10" creationId="{E11E30F8-099A-E2B2-8B2E-84EEE70774F4}"/>
          </ac:spMkLst>
        </pc:spChg>
        <pc:spChg chg="add mod">
          <ac:chgData name="u2023509" userId="eb864def-625f-4d14-be83-15afe2e18787" providerId="ADAL" clId="{D7F8F926-13DC-4D4E-891C-32761971F440}" dt="2026-09-02T21:01:04.176" v="723" actId="1076"/>
          <ac:spMkLst>
            <pc:docMk/>
            <pc:sldMk cId="3377902398" sldId="266"/>
            <ac:spMk id="11" creationId="{C7A5A0C8-5EC9-41B9-6F49-29FD285D23BB}"/>
          </ac:spMkLst>
        </pc:spChg>
        <pc:spChg chg="add del">
          <ac:chgData name="u2023509" userId="eb864def-625f-4d14-be83-15afe2e18787" providerId="ADAL" clId="{D7F8F926-13DC-4D4E-891C-32761971F440}" dt="2026-09-02T20:57:44.339" v="682" actId="26606"/>
          <ac:spMkLst>
            <pc:docMk/>
            <pc:sldMk cId="3377902398" sldId="266"/>
            <ac:spMk id="13" creationId="{B5E4CBEC-18A2-4509-A45D-D5E653582CED}"/>
          </ac:spMkLst>
        </pc:spChg>
        <pc:spChg chg="add del">
          <ac:chgData name="u2023509" userId="eb864def-625f-4d14-be83-15afe2e18787" providerId="ADAL" clId="{D7F8F926-13DC-4D4E-891C-32761971F440}" dt="2026-09-02T20:57:44.339" v="682" actId="26606"/>
          <ac:spMkLst>
            <pc:docMk/>
            <pc:sldMk cId="3377902398" sldId="266"/>
            <ac:spMk id="15" creationId="{0A5EA4A7-4381-4FC6-AA9A-C9EA77B84F8A}"/>
          </ac:spMkLst>
        </pc:spChg>
        <pc:spChg chg="add del">
          <ac:chgData name="u2023509" userId="eb864def-625f-4d14-be83-15afe2e18787" providerId="ADAL" clId="{D7F8F926-13DC-4D4E-891C-32761971F440}" dt="2026-09-02T20:57:44.339" v="682" actId="26606"/>
          <ac:spMkLst>
            <pc:docMk/>
            <pc:sldMk cId="3377902398" sldId="266"/>
            <ac:spMk id="17" creationId="{E6295D53-0474-4725-85BE-1F15FCC2D97F}"/>
          </ac:spMkLst>
        </pc:spChg>
        <pc:spChg chg="add del">
          <ac:chgData name="u2023509" userId="eb864def-625f-4d14-be83-15afe2e18787" providerId="ADAL" clId="{D7F8F926-13DC-4D4E-891C-32761971F440}" dt="2026-09-02T20:57:46.047" v="684" actId="26606"/>
          <ac:spMkLst>
            <pc:docMk/>
            <pc:sldMk cId="3377902398" sldId="266"/>
            <ac:spMk id="19" creationId="{B2EC7880-C5D9-40A8-A6B0-3198AD07AD1B}"/>
          </ac:spMkLst>
        </pc:spChg>
        <pc:spChg chg="add del">
          <ac:chgData name="u2023509" userId="eb864def-625f-4d14-be83-15afe2e18787" providerId="ADAL" clId="{D7F8F926-13DC-4D4E-891C-32761971F440}" dt="2026-09-02T20:57:46.047" v="684" actId="26606"/>
          <ac:spMkLst>
            <pc:docMk/>
            <pc:sldMk cId="3377902398" sldId="266"/>
            <ac:spMk id="20" creationId="{308BDD62-4D55-2283-9C06-3F18E7162198}"/>
          </ac:spMkLst>
        </pc:spChg>
        <pc:spChg chg="add del">
          <ac:chgData name="u2023509" userId="eb864def-625f-4d14-be83-15afe2e18787" providerId="ADAL" clId="{D7F8F926-13DC-4D4E-891C-32761971F440}" dt="2026-09-02T20:57:47.087" v="686" actId="26606"/>
          <ac:spMkLst>
            <pc:docMk/>
            <pc:sldMk cId="3377902398" sldId="266"/>
            <ac:spMk id="23" creationId="{B5E4CBEC-18A2-4509-A45D-D5E653582CED}"/>
          </ac:spMkLst>
        </pc:spChg>
        <pc:spChg chg="add del">
          <ac:chgData name="u2023509" userId="eb864def-625f-4d14-be83-15afe2e18787" providerId="ADAL" clId="{D7F8F926-13DC-4D4E-891C-32761971F440}" dt="2026-09-02T20:57:47.087" v="686" actId="26606"/>
          <ac:spMkLst>
            <pc:docMk/>
            <pc:sldMk cId="3377902398" sldId="266"/>
            <ac:spMk id="24" creationId="{0A5EA4A7-4381-4FC6-AA9A-C9EA77B84F8A}"/>
          </ac:spMkLst>
        </pc:spChg>
        <pc:spChg chg="add del">
          <ac:chgData name="u2023509" userId="eb864def-625f-4d14-be83-15afe2e18787" providerId="ADAL" clId="{D7F8F926-13DC-4D4E-891C-32761971F440}" dt="2026-09-02T20:57:47.087" v="686" actId="26606"/>
          <ac:spMkLst>
            <pc:docMk/>
            <pc:sldMk cId="3377902398" sldId="266"/>
            <ac:spMk id="25" creationId="{E6295D53-0474-4725-85BE-1F15FCC2D97F}"/>
          </ac:spMkLst>
        </pc:spChg>
        <pc:spChg chg="add">
          <ac:chgData name="u2023509" userId="eb864def-625f-4d14-be83-15afe2e18787" providerId="ADAL" clId="{D7F8F926-13DC-4D4E-891C-32761971F440}" dt="2026-09-02T20:57:47.111" v="687" actId="26606"/>
          <ac:spMkLst>
            <pc:docMk/>
            <pc:sldMk cId="3377902398" sldId="266"/>
            <ac:spMk id="28" creationId="{C2ED0803-0133-49C2-9858-E132FF173AAD}"/>
          </ac:spMkLst>
        </pc:spChg>
        <pc:spChg chg="add">
          <ac:chgData name="u2023509" userId="eb864def-625f-4d14-be83-15afe2e18787" providerId="ADAL" clId="{D7F8F926-13DC-4D4E-891C-32761971F440}" dt="2026-09-02T20:57:47.111" v="687" actId="26606"/>
          <ac:spMkLst>
            <pc:docMk/>
            <pc:sldMk cId="3377902398" sldId="266"/>
            <ac:spMk id="29" creationId="{C379F6D6-AB42-424F-9B81-E57F502B6AA6}"/>
          </ac:spMkLst>
        </pc:spChg>
        <pc:spChg chg="add">
          <ac:chgData name="u2023509" userId="eb864def-625f-4d14-be83-15afe2e18787" providerId="ADAL" clId="{D7F8F926-13DC-4D4E-891C-32761971F440}" dt="2026-09-02T20:57:47.111" v="687" actId="26606"/>
          <ac:spMkLst>
            <pc:docMk/>
            <pc:sldMk cId="3377902398" sldId="266"/>
            <ac:spMk id="30" creationId="{5BAFE5D0-C0A7-4C07-B852-6F0A7CF2ADBB}"/>
          </ac:spMkLst>
        </pc:spChg>
        <pc:graphicFrameChg chg="add del">
          <ac:chgData name="u2023509" userId="eb864def-625f-4d14-be83-15afe2e18787" providerId="ADAL" clId="{D7F8F926-13DC-4D4E-891C-32761971F440}" dt="2026-09-02T20:57:44.339" v="682" actId="26606"/>
          <ac:graphicFrameMkLst>
            <pc:docMk/>
            <pc:sldMk cId="3377902398" sldId="266"/>
            <ac:graphicFrameMk id="9" creationId="{E33F985E-6D7B-37CC-86D7-52064FFC1814}"/>
          </ac:graphicFrameMkLst>
        </pc:graphicFrameChg>
        <pc:graphicFrameChg chg="add del">
          <ac:chgData name="u2023509" userId="eb864def-625f-4d14-be83-15afe2e18787" providerId="ADAL" clId="{D7F8F926-13DC-4D4E-891C-32761971F440}" dt="2026-09-02T20:57:47.087" v="686" actId="26606"/>
          <ac:graphicFrameMkLst>
            <pc:docMk/>
            <pc:sldMk cId="3377902398" sldId="266"/>
            <ac:graphicFrameMk id="26" creationId="{E33F985E-6D7B-37CC-86D7-52064FFC1814}"/>
          </ac:graphicFrameMkLst>
        </pc:graphicFrameChg>
        <pc:graphicFrameChg chg="add">
          <ac:chgData name="u2023509" userId="eb864def-625f-4d14-be83-15afe2e18787" providerId="ADAL" clId="{D7F8F926-13DC-4D4E-891C-32761971F440}" dt="2026-09-02T20:57:47.111" v="687" actId="26606"/>
          <ac:graphicFrameMkLst>
            <pc:docMk/>
            <pc:sldMk cId="3377902398" sldId="266"/>
            <ac:graphicFrameMk id="31" creationId="{D7E326D3-A497-5487-587F-09F05961CA45}"/>
          </ac:graphicFrameMkLst>
        </pc:graphicFrameChg>
        <pc:picChg chg="add del">
          <ac:chgData name="u2023509" userId="eb864def-625f-4d14-be83-15afe2e18787" providerId="ADAL" clId="{D7F8F926-13DC-4D4E-891C-32761971F440}" dt="2026-09-02T20:57:46.047" v="684" actId="26606"/>
          <ac:picMkLst>
            <pc:docMk/>
            <pc:sldMk cId="3377902398" sldId="266"/>
            <ac:picMk id="21" creationId="{F0ECB0C9-10FE-68C0-C474-7B24E1E78F62}"/>
          </ac:picMkLst>
        </pc:picChg>
      </pc:sldChg>
      <pc:sldChg chg="modSp new del mod">
        <pc:chgData name="u2023509" userId="eb864def-625f-4d14-be83-15afe2e18787" providerId="ADAL" clId="{D7F8F926-13DC-4D4E-891C-32761971F440}" dt="2026-09-02T21:11:07.477" v="765" actId="47"/>
        <pc:sldMkLst>
          <pc:docMk/>
          <pc:sldMk cId="3690698465" sldId="267"/>
        </pc:sldMkLst>
        <pc:spChg chg="mod">
          <ac:chgData name="u2023509" userId="eb864def-625f-4d14-be83-15afe2e18787" providerId="ADAL" clId="{D7F8F926-13DC-4D4E-891C-32761971F440}" dt="2026-09-02T21:10:00.068" v="764" actId="20577"/>
          <ac:spMkLst>
            <pc:docMk/>
            <pc:sldMk cId="3690698465" sldId="267"/>
            <ac:spMk id="2" creationId="{C90761B1-B644-76CC-1632-BDE4DDDFF966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#1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#4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#5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4C689CC-1ED9-4277-85CA-6622FA1C67EC}" type="doc">
      <dgm:prSet loTypeId="urn:microsoft.com/office/officeart/2005/8/layout/hierarchy1" loCatId="hierarchy" qsTypeId="urn:microsoft.com/office/officeart/2005/8/quickstyle/simple4#1" qsCatId="simple" csTypeId="urn:microsoft.com/office/officeart/2005/8/colors/colorful2#1" csCatId="colorful"/>
      <dgm:spPr/>
      <dgm:t>
        <a:bodyPr/>
        <a:lstStyle/>
        <a:p>
          <a:endParaRPr lang="en-US"/>
        </a:p>
      </dgm:t>
    </dgm:pt>
    <dgm:pt modelId="{8317CBAA-E4D2-4FD5-ADDD-79B4B6ACCA8B}">
      <dgm:prSet/>
      <dgm:spPr/>
      <dgm:t>
        <a:bodyPr/>
        <a:lstStyle/>
        <a:p>
          <a:r>
            <a:rPr lang="en-PK" b="1" dirty="0"/>
            <a:t>Register:</a:t>
          </a:r>
          <a:r>
            <a:rPr lang="en-PK" dirty="0"/>
            <a:t> password → </a:t>
          </a:r>
          <a:r>
            <a:rPr lang="en-PK" dirty="0" err="1"/>
            <a:t>bcrypt</a:t>
          </a:r>
          <a:r>
            <a:rPr lang="en-PK" dirty="0"/>
            <a:t> hash (10 rounds) → stored → JWT signed and returned</a:t>
          </a:r>
          <a:endParaRPr lang="en-US" dirty="0"/>
        </a:p>
      </dgm:t>
    </dgm:pt>
    <dgm:pt modelId="{D8550E03-A5C1-4235-853D-BB75C725F2AF}" type="parTrans" cxnId="{063ED213-38A8-44E8-9260-D63D36DB4B9B}">
      <dgm:prSet/>
      <dgm:spPr/>
      <dgm:t>
        <a:bodyPr/>
        <a:lstStyle/>
        <a:p>
          <a:endParaRPr lang="en-US"/>
        </a:p>
      </dgm:t>
    </dgm:pt>
    <dgm:pt modelId="{9E319F08-AD7B-4E61-B121-D2297ED8CB15}" type="sibTrans" cxnId="{063ED213-38A8-44E8-9260-D63D36DB4B9B}">
      <dgm:prSet/>
      <dgm:spPr/>
      <dgm:t>
        <a:bodyPr/>
        <a:lstStyle/>
        <a:p>
          <a:endParaRPr lang="en-US"/>
        </a:p>
      </dgm:t>
    </dgm:pt>
    <dgm:pt modelId="{B2E4DE75-5676-4D51-863B-74F24450611A}">
      <dgm:prSet/>
      <dgm:spPr/>
      <dgm:t>
        <a:bodyPr/>
        <a:lstStyle/>
        <a:p>
          <a:r>
            <a:rPr lang="en-PK" b="1"/>
            <a:t>Login:</a:t>
          </a:r>
          <a:r>
            <a:rPr lang="en-PK"/>
            <a:t> bcrypt.compare against stored hash → JWT signed and returned</a:t>
          </a:r>
          <a:br>
            <a:rPr lang="en-PK"/>
          </a:br>
          <a:r>
            <a:rPr lang="en-PK" b="1"/>
            <a:t>Every protected request:</a:t>
          </a:r>
          <a:r>
            <a:rPr lang="en-PK"/>
            <a:t> Authorization: Bearer &lt;token&gt; → verified server-side on every call, no session state stored</a:t>
          </a:r>
          <a:endParaRPr lang="en-US"/>
        </a:p>
      </dgm:t>
    </dgm:pt>
    <dgm:pt modelId="{9DE7130A-2A0E-4D46-AA82-0EBD9450FB8D}" type="parTrans" cxnId="{AEE04AFE-0DC6-4C4B-9516-34758FD2B729}">
      <dgm:prSet/>
      <dgm:spPr/>
      <dgm:t>
        <a:bodyPr/>
        <a:lstStyle/>
        <a:p>
          <a:endParaRPr lang="en-US"/>
        </a:p>
      </dgm:t>
    </dgm:pt>
    <dgm:pt modelId="{114E2493-08E5-474B-8A42-9F1D45696542}" type="sibTrans" cxnId="{AEE04AFE-0DC6-4C4B-9516-34758FD2B729}">
      <dgm:prSet/>
      <dgm:spPr/>
      <dgm:t>
        <a:bodyPr/>
        <a:lstStyle/>
        <a:p>
          <a:endParaRPr lang="en-US"/>
        </a:p>
      </dgm:t>
    </dgm:pt>
    <dgm:pt modelId="{CC93E5B7-8442-4B5F-8D6A-17225BE983AF}">
      <dgm:prSet/>
      <dgm:spPr/>
      <dgm:t>
        <a:bodyPr/>
        <a:lstStyle/>
        <a:p>
          <a:r>
            <a:rPr lang="en-PK" b="1"/>
            <a:t>Forgot/Reset Password:</a:t>
          </a:r>
          <a:r>
            <a:rPr lang="en-PK"/>
            <a:t> crypto-random token, hashed before storage, 30-minute expiry</a:t>
          </a:r>
          <a:br>
            <a:rPr lang="en-PK"/>
          </a:br>
          <a:endParaRPr lang="en-US"/>
        </a:p>
      </dgm:t>
    </dgm:pt>
    <dgm:pt modelId="{B7FAC98F-8D0C-4699-AD78-7EFF4CBC17B0}" type="parTrans" cxnId="{36380C4E-8522-4F4F-92BC-2ED2F0304084}">
      <dgm:prSet/>
      <dgm:spPr/>
      <dgm:t>
        <a:bodyPr/>
        <a:lstStyle/>
        <a:p>
          <a:endParaRPr lang="en-US"/>
        </a:p>
      </dgm:t>
    </dgm:pt>
    <dgm:pt modelId="{E1374C61-50E0-4541-A0CB-60850DAB0DC0}" type="sibTrans" cxnId="{36380C4E-8522-4F4F-92BC-2ED2F0304084}">
      <dgm:prSet/>
      <dgm:spPr/>
      <dgm:t>
        <a:bodyPr/>
        <a:lstStyle/>
        <a:p>
          <a:endParaRPr lang="en-US"/>
        </a:p>
      </dgm:t>
    </dgm:pt>
    <dgm:pt modelId="{E382C70B-58F2-4337-9DF0-E53240B1D966}" type="pres">
      <dgm:prSet presAssocID="{54C689CC-1ED9-4277-85CA-6622FA1C67EC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B475D77D-8DFA-41BF-A291-2EA07C04D5F3}" type="pres">
      <dgm:prSet presAssocID="{8317CBAA-E4D2-4FD5-ADDD-79B4B6ACCA8B}" presName="hierRoot1" presStyleCnt="0"/>
      <dgm:spPr/>
    </dgm:pt>
    <dgm:pt modelId="{7591B9CB-F5D4-4618-91CD-4A7D1BEC6D01}" type="pres">
      <dgm:prSet presAssocID="{8317CBAA-E4D2-4FD5-ADDD-79B4B6ACCA8B}" presName="composite" presStyleCnt="0"/>
      <dgm:spPr/>
    </dgm:pt>
    <dgm:pt modelId="{329EE844-732C-4C3D-B649-8CF643DE5198}" type="pres">
      <dgm:prSet presAssocID="{8317CBAA-E4D2-4FD5-ADDD-79B4B6ACCA8B}" presName="background" presStyleLbl="node0" presStyleIdx="0" presStyleCnt="3"/>
      <dgm:spPr/>
    </dgm:pt>
    <dgm:pt modelId="{2FA68320-6C74-440E-8B11-64FC2D17B620}" type="pres">
      <dgm:prSet presAssocID="{8317CBAA-E4D2-4FD5-ADDD-79B4B6ACCA8B}" presName="text" presStyleLbl="fgAcc0" presStyleIdx="0" presStyleCnt="3">
        <dgm:presLayoutVars>
          <dgm:chPref val="3"/>
        </dgm:presLayoutVars>
      </dgm:prSet>
      <dgm:spPr/>
    </dgm:pt>
    <dgm:pt modelId="{D2D6AA8B-1629-461F-916F-6D09C7C4A50B}" type="pres">
      <dgm:prSet presAssocID="{8317CBAA-E4D2-4FD5-ADDD-79B4B6ACCA8B}" presName="hierChild2" presStyleCnt="0"/>
      <dgm:spPr/>
    </dgm:pt>
    <dgm:pt modelId="{C71ADE84-BAF0-4005-AB9F-D5EBE5F7E6B5}" type="pres">
      <dgm:prSet presAssocID="{B2E4DE75-5676-4D51-863B-74F24450611A}" presName="hierRoot1" presStyleCnt="0"/>
      <dgm:spPr/>
    </dgm:pt>
    <dgm:pt modelId="{452E3DA9-300C-438D-92F6-19548E4F04B9}" type="pres">
      <dgm:prSet presAssocID="{B2E4DE75-5676-4D51-863B-74F24450611A}" presName="composite" presStyleCnt="0"/>
      <dgm:spPr/>
    </dgm:pt>
    <dgm:pt modelId="{23E662E1-144A-487A-9101-8893E7022D08}" type="pres">
      <dgm:prSet presAssocID="{B2E4DE75-5676-4D51-863B-74F24450611A}" presName="background" presStyleLbl="node0" presStyleIdx="1" presStyleCnt="3"/>
      <dgm:spPr/>
    </dgm:pt>
    <dgm:pt modelId="{961DD395-25A9-45FF-8097-A064114DFC93}" type="pres">
      <dgm:prSet presAssocID="{B2E4DE75-5676-4D51-863B-74F24450611A}" presName="text" presStyleLbl="fgAcc0" presStyleIdx="1" presStyleCnt="3">
        <dgm:presLayoutVars>
          <dgm:chPref val="3"/>
        </dgm:presLayoutVars>
      </dgm:prSet>
      <dgm:spPr/>
    </dgm:pt>
    <dgm:pt modelId="{7B0D48E7-30D8-4BF4-AF59-59B59571FDBB}" type="pres">
      <dgm:prSet presAssocID="{B2E4DE75-5676-4D51-863B-74F24450611A}" presName="hierChild2" presStyleCnt="0"/>
      <dgm:spPr/>
    </dgm:pt>
    <dgm:pt modelId="{2819F4BD-16D4-4CCB-952F-DA8588028C57}" type="pres">
      <dgm:prSet presAssocID="{CC93E5B7-8442-4B5F-8D6A-17225BE983AF}" presName="hierRoot1" presStyleCnt="0"/>
      <dgm:spPr/>
    </dgm:pt>
    <dgm:pt modelId="{2AD3429D-7539-4AB4-8E07-9223A340015C}" type="pres">
      <dgm:prSet presAssocID="{CC93E5B7-8442-4B5F-8D6A-17225BE983AF}" presName="composite" presStyleCnt="0"/>
      <dgm:spPr/>
    </dgm:pt>
    <dgm:pt modelId="{89CEB2B2-F463-4690-9BBA-FE30AD2640AD}" type="pres">
      <dgm:prSet presAssocID="{CC93E5B7-8442-4B5F-8D6A-17225BE983AF}" presName="background" presStyleLbl="node0" presStyleIdx="2" presStyleCnt="3"/>
      <dgm:spPr/>
    </dgm:pt>
    <dgm:pt modelId="{D5D019FF-659D-432D-9757-726ED231FBBC}" type="pres">
      <dgm:prSet presAssocID="{CC93E5B7-8442-4B5F-8D6A-17225BE983AF}" presName="text" presStyleLbl="fgAcc0" presStyleIdx="2" presStyleCnt="3">
        <dgm:presLayoutVars>
          <dgm:chPref val="3"/>
        </dgm:presLayoutVars>
      </dgm:prSet>
      <dgm:spPr/>
    </dgm:pt>
    <dgm:pt modelId="{27DF549E-3D91-4DB4-8B44-F8BF8D223B91}" type="pres">
      <dgm:prSet presAssocID="{CC93E5B7-8442-4B5F-8D6A-17225BE983AF}" presName="hierChild2" presStyleCnt="0"/>
      <dgm:spPr/>
    </dgm:pt>
  </dgm:ptLst>
  <dgm:cxnLst>
    <dgm:cxn modelId="{063ED213-38A8-44E8-9260-D63D36DB4B9B}" srcId="{54C689CC-1ED9-4277-85CA-6622FA1C67EC}" destId="{8317CBAA-E4D2-4FD5-ADDD-79B4B6ACCA8B}" srcOrd="0" destOrd="0" parTransId="{D8550E03-A5C1-4235-853D-BB75C725F2AF}" sibTransId="{9E319F08-AD7B-4E61-B121-D2297ED8CB15}"/>
    <dgm:cxn modelId="{E8940F15-3460-459D-B915-AD94405EBCB8}" type="presOf" srcId="{54C689CC-1ED9-4277-85CA-6622FA1C67EC}" destId="{E382C70B-58F2-4337-9DF0-E53240B1D966}" srcOrd="0" destOrd="0" presId="urn:microsoft.com/office/officeart/2005/8/layout/hierarchy1"/>
    <dgm:cxn modelId="{36380C4E-8522-4F4F-92BC-2ED2F0304084}" srcId="{54C689CC-1ED9-4277-85CA-6622FA1C67EC}" destId="{CC93E5B7-8442-4B5F-8D6A-17225BE983AF}" srcOrd="2" destOrd="0" parTransId="{B7FAC98F-8D0C-4699-AD78-7EFF4CBC17B0}" sibTransId="{E1374C61-50E0-4541-A0CB-60850DAB0DC0}"/>
    <dgm:cxn modelId="{C96F85D0-1DE0-4F68-99B8-0B4BA6AECC02}" type="presOf" srcId="{B2E4DE75-5676-4D51-863B-74F24450611A}" destId="{961DD395-25A9-45FF-8097-A064114DFC93}" srcOrd="0" destOrd="0" presId="urn:microsoft.com/office/officeart/2005/8/layout/hierarchy1"/>
    <dgm:cxn modelId="{22E9B1F5-72FD-4F22-BEDC-5263CB45162D}" type="presOf" srcId="{CC93E5B7-8442-4B5F-8D6A-17225BE983AF}" destId="{D5D019FF-659D-432D-9757-726ED231FBBC}" srcOrd="0" destOrd="0" presId="urn:microsoft.com/office/officeart/2005/8/layout/hierarchy1"/>
    <dgm:cxn modelId="{3942A0FD-3392-4EF3-84E2-7AF97A866D20}" type="presOf" srcId="{8317CBAA-E4D2-4FD5-ADDD-79B4B6ACCA8B}" destId="{2FA68320-6C74-440E-8B11-64FC2D17B620}" srcOrd="0" destOrd="0" presId="urn:microsoft.com/office/officeart/2005/8/layout/hierarchy1"/>
    <dgm:cxn modelId="{AEE04AFE-0DC6-4C4B-9516-34758FD2B729}" srcId="{54C689CC-1ED9-4277-85CA-6622FA1C67EC}" destId="{B2E4DE75-5676-4D51-863B-74F24450611A}" srcOrd="1" destOrd="0" parTransId="{9DE7130A-2A0E-4D46-AA82-0EBD9450FB8D}" sibTransId="{114E2493-08E5-474B-8A42-9F1D45696542}"/>
    <dgm:cxn modelId="{5FFCD2A5-2762-4BD9-89F2-2F96834A30C9}" type="presParOf" srcId="{E382C70B-58F2-4337-9DF0-E53240B1D966}" destId="{B475D77D-8DFA-41BF-A291-2EA07C04D5F3}" srcOrd="0" destOrd="0" presId="urn:microsoft.com/office/officeart/2005/8/layout/hierarchy1"/>
    <dgm:cxn modelId="{CD987F13-8F72-4FCE-9DBC-670F7F42DA4D}" type="presParOf" srcId="{B475D77D-8DFA-41BF-A291-2EA07C04D5F3}" destId="{7591B9CB-F5D4-4618-91CD-4A7D1BEC6D01}" srcOrd="0" destOrd="0" presId="urn:microsoft.com/office/officeart/2005/8/layout/hierarchy1"/>
    <dgm:cxn modelId="{9127E5CD-2C7E-454A-B589-9828FE277024}" type="presParOf" srcId="{7591B9CB-F5D4-4618-91CD-4A7D1BEC6D01}" destId="{329EE844-732C-4C3D-B649-8CF643DE5198}" srcOrd="0" destOrd="0" presId="urn:microsoft.com/office/officeart/2005/8/layout/hierarchy1"/>
    <dgm:cxn modelId="{4E34B8A3-13FC-4C36-993A-803F46F8641B}" type="presParOf" srcId="{7591B9CB-F5D4-4618-91CD-4A7D1BEC6D01}" destId="{2FA68320-6C74-440E-8B11-64FC2D17B620}" srcOrd="1" destOrd="0" presId="urn:microsoft.com/office/officeart/2005/8/layout/hierarchy1"/>
    <dgm:cxn modelId="{1329FB3C-E9A2-4027-A32E-383829562D19}" type="presParOf" srcId="{B475D77D-8DFA-41BF-A291-2EA07C04D5F3}" destId="{D2D6AA8B-1629-461F-916F-6D09C7C4A50B}" srcOrd="1" destOrd="0" presId="urn:microsoft.com/office/officeart/2005/8/layout/hierarchy1"/>
    <dgm:cxn modelId="{59F4EE39-B3F4-44E0-90F1-DFBB8A996BD1}" type="presParOf" srcId="{E382C70B-58F2-4337-9DF0-E53240B1D966}" destId="{C71ADE84-BAF0-4005-AB9F-D5EBE5F7E6B5}" srcOrd="1" destOrd="0" presId="urn:microsoft.com/office/officeart/2005/8/layout/hierarchy1"/>
    <dgm:cxn modelId="{AE2159F5-2240-4B19-9A23-17C8FF0812A4}" type="presParOf" srcId="{C71ADE84-BAF0-4005-AB9F-D5EBE5F7E6B5}" destId="{452E3DA9-300C-438D-92F6-19548E4F04B9}" srcOrd="0" destOrd="0" presId="urn:microsoft.com/office/officeart/2005/8/layout/hierarchy1"/>
    <dgm:cxn modelId="{13A7CB1A-6A82-44C2-80BE-C6083F83FA03}" type="presParOf" srcId="{452E3DA9-300C-438D-92F6-19548E4F04B9}" destId="{23E662E1-144A-487A-9101-8893E7022D08}" srcOrd="0" destOrd="0" presId="urn:microsoft.com/office/officeart/2005/8/layout/hierarchy1"/>
    <dgm:cxn modelId="{7E9FB19B-8F5E-49A9-802E-132EF17166F5}" type="presParOf" srcId="{452E3DA9-300C-438D-92F6-19548E4F04B9}" destId="{961DD395-25A9-45FF-8097-A064114DFC93}" srcOrd="1" destOrd="0" presId="urn:microsoft.com/office/officeart/2005/8/layout/hierarchy1"/>
    <dgm:cxn modelId="{4C27FA7C-3339-4B00-9D28-A9B0EF408726}" type="presParOf" srcId="{C71ADE84-BAF0-4005-AB9F-D5EBE5F7E6B5}" destId="{7B0D48E7-30D8-4BF4-AF59-59B59571FDBB}" srcOrd="1" destOrd="0" presId="urn:microsoft.com/office/officeart/2005/8/layout/hierarchy1"/>
    <dgm:cxn modelId="{314121C2-783D-4333-A285-BD3DDAC5349C}" type="presParOf" srcId="{E382C70B-58F2-4337-9DF0-E53240B1D966}" destId="{2819F4BD-16D4-4CCB-952F-DA8588028C57}" srcOrd="2" destOrd="0" presId="urn:microsoft.com/office/officeart/2005/8/layout/hierarchy1"/>
    <dgm:cxn modelId="{A2FB0DE8-FBEA-4B75-8F41-EC50380A0143}" type="presParOf" srcId="{2819F4BD-16D4-4CCB-952F-DA8588028C57}" destId="{2AD3429D-7539-4AB4-8E07-9223A340015C}" srcOrd="0" destOrd="0" presId="urn:microsoft.com/office/officeart/2005/8/layout/hierarchy1"/>
    <dgm:cxn modelId="{86C6764F-89B4-43A3-8120-A6843A723EE0}" type="presParOf" srcId="{2AD3429D-7539-4AB4-8E07-9223A340015C}" destId="{89CEB2B2-F463-4690-9BBA-FE30AD2640AD}" srcOrd="0" destOrd="0" presId="urn:microsoft.com/office/officeart/2005/8/layout/hierarchy1"/>
    <dgm:cxn modelId="{70489821-F1A5-47B0-97A1-E502F36E9103}" type="presParOf" srcId="{2AD3429D-7539-4AB4-8E07-9223A340015C}" destId="{D5D019FF-659D-432D-9757-726ED231FBBC}" srcOrd="1" destOrd="0" presId="urn:microsoft.com/office/officeart/2005/8/layout/hierarchy1"/>
    <dgm:cxn modelId="{63DAD50E-7AAA-4296-84A1-D41FA514BE7B}" type="presParOf" srcId="{2819F4BD-16D4-4CCB-952F-DA8588028C57}" destId="{27DF549E-3D91-4DB4-8B44-F8BF8D223B91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ED0E030-60FB-4B33-85F1-00B5BA505A94}" type="doc">
      <dgm:prSet loTypeId="urn:microsoft.com/office/officeart/2005/8/layout/vProcess5" loCatId="process" qsTypeId="urn:microsoft.com/office/officeart/2005/8/quickstyle/simple4#6" qsCatId="simple" csTypeId="urn:microsoft.com/office/officeart/2005/8/colors/colorful2#4" csCatId="colorful"/>
      <dgm:spPr/>
      <dgm:t>
        <a:bodyPr/>
        <a:lstStyle/>
        <a:p>
          <a:endParaRPr lang="en-US"/>
        </a:p>
      </dgm:t>
    </dgm:pt>
    <dgm:pt modelId="{FEA44D75-9B4C-49A3-9B1E-87A3434C83EB}">
      <dgm:prSet/>
      <dgm:spPr/>
      <dgm:t>
        <a:bodyPr/>
        <a:lstStyle/>
        <a:p>
          <a:r>
            <a:rPr lang="en-PK"/>
            <a:t>Passwords hashed with bcrypt </a:t>
          </a:r>
          <a:r>
            <a:rPr lang="en-US"/>
            <a:t>-&gt;</a:t>
          </a:r>
          <a:r>
            <a:rPr lang="en-PK"/>
            <a:t> plaintext never touches the database</a:t>
          </a:r>
          <a:endParaRPr lang="en-US"/>
        </a:p>
      </dgm:t>
    </dgm:pt>
    <dgm:pt modelId="{F075F9AF-C173-4E1C-B0E9-780E51CAFFCC}" type="parTrans" cxnId="{54263F84-9A75-4C0B-B1F1-D87A2F4A13BB}">
      <dgm:prSet/>
      <dgm:spPr/>
      <dgm:t>
        <a:bodyPr/>
        <a:lstStyle/>
        <a:p>
          <a:endParaRPr lang="en-US"/>
        </a:p>
      </dgm:t>
    </dgm:pt>
    <dgm:pt modelId="{C0C6F951-5116-4ADD-B075-52E9C436D1C8}" type="sibTrans" cxnId="{54263F84-9A75-4C0B-B1F1-D87A2F4A13BB}">
      <dgm:prSet/>
      <dgm:spPr/>
      <dgm:t>
        <a:bodyPr/>
        <a:lstStyle/>
        <a:p>
          <a:endParaRPr lang="en-US"/>
        </a:p>
      </dgm:t>
    </dgm:pt>
    <dgm:pt modelId="{F17D6B0E-A3CF-4C17-AB97-4E072E57B510}">
      <dgm:prSet/>
      <dgm:spPr/>
      <dgm:t>
        <a:bodyPr/>
        <a:lstStyle/>
        <a:p>
          <a:r>
            <a:rPr lang="en-PK"/>
            <a:t>JWT secret generated via crypto.randomBytes, stored only in </a:t>
          </a:r>
          <a:r>
            <a:rPr lang="en-US"/>
            <a:t>environment variables; never commited</a:t>
          </a:r>
        </a:p>
      </dgm:t>
    </dgm:pt>
    <dgm:pt modelId="{CF9992BB-889E-4CCA-995A-8B7A6FEF83AB}" type="parTrans" cxnId="{AF7708E3-42F4-45FC-AE07-7DEE8F070B03}">
      <dgm:prSet/>
      <dgm:spPr/>
      <dgm:t>
        <a:bodyPr/>
        <a:lstStyle/>
        <a:p>
          <a:endParaRPr lang="en-US"/>
        </a:p>
      </dgm:t>
    </dgm:pt>
    <dgm:pt modelId="{ADB76FC0-0F64-445F-A3A4-4EC3A953DD24}" type="sibTrans" cxnId="{AF7708E3-42F4-45FC-AE07-7DEE8F070B03}">
      <dgm:prSet/>
      <dgm:spPr/>
      <dgm:t>
        <a:bodyPr/>
        <a:lstStyle/>
        <a:p>
          <a:endParaRPr lang="en-US"/>
        </a:p>
      </dgm:t>
    </dgm:pt>
    <dgm:pt modelId="{E87ED59B-A593-411B-88B4-194F9CF916AB}">
      <dgm:prSet/>
      <dgm:spPr/>
      <dgm:t>
        <a:bodyPr/>
        <a:lstStyle/>
        <a:p>
          <a:r>
            <a:rPr lang="en-PK"/>
            <a:t>Server-side validation on every write endpoint, independent of client-side</a:t>
          </a:r>
          <a:endParaRPr lang="en-US"/>
        </a:p>
      </dgm:t>
    </dgm:pt>
    <dgm:pt modelId="{455CC5A5-2277-4FF8-84F6-A81FD50E8F40}" type="parTrans" cxnId="{B38349DF-2592-41CA-BF3A-F93FF4961470}">
      <dgm:prSet/>
      <dgm:spPr/>
      <dgm:t>
        <a:bodyPr/>
        <a:lstStyle/>
        <a:p>
          <a:endParaRPr lang="en-US"/>
        </a:p>
      </dgm:t>
    </dgm:pt>
    <dgm:pt modelId="{5C044EA0-B776-473C-9A74-5AC5FA251FAD}" type="sibTrans" cxnId="{B38349DF-2592-41CA-BF3A-F93FF4961470}">
      <dgm:prSet/>
      <dgm:spPr/>
      <dgm:t>
        <a:bodyPr/>
        <a:lstStyle/>
        <a:p>
          <a:endParaRPr lang="en-US"/>
        </a:p>
      </dgm:t>
    </dgm:pt>
    <dgm:pt modelId="{5CA751F8-F7B6-4EE0-9C32-D1AC649ED5DE}">
      <dgm:prSet/>
      <dgm:spPr/>
      <dgm:t>
        <a:bodyPr/>
        <a:lstStyle/>
        <a:p>
          <a:r>
            <a:rPr lang="en-PK"/>
            <a:t>Admin routes require both a valid token and an explicit role check</a:t>
          </a:r>
          <a:endParaRPr lang="en-US"/>
        </a:p>
      </dgm:t>
    </dgm:pt>
    <dgm:pt modelId="{7D56F09F-26D4-4DAC-827F-CF9F9A426983}" type="parTrans" cxnId="{95648E52-A47F-4685-B004-128C31B0AD23}">
      <dgm:prSet/>
      <dgm:spPr/>
      <dgm:t>
        <a:bodyPr/>
        <a:lstStyle/>
        <a:p>
          <a:endParaRPr lang="en-US"/>
        </a:p>
      </dgm:t>
    </dgm:pt>
    <dgm:pt modelId="{6537BC84-EE70-4989-9B05-80521340E578}" type="sibTrans" cxnId="{95648E52-A47F-4685-B004-128C31B0AD23}">
      <dgm:prSet/>
      <dgm:spPr/>
      <dgm:t>
        <a:bodyPr/>
        <a:lstStyle/>
        <a:p>
          <a:endParaRPr lang="en-US"/>
        </a:p>
      </dgm:t>
    </dgm:pt>
    <dgm:pt modelId="{54048B7C-870A-401B-81F5-507C7F86750D}">
      <dgm:prSet/>
      <dgm:spPr/>
      <dgm:t>
        <a:bodyPr/>
        <a:lstStyle/>
        <a:p>
          <a:r>
            <a:rPr lang="en-PK"/>
            <a:t>CORS restricted to an explicit origin allow-list, not wildcarded</a:t>
          </a:r>
          <a:endParaRPr lang="en-US"/>
        </a:p>
      </dgm:t>
    </dgm:pt>
    <dgm:pt modelId="{8DB2DF99-05D6-4234-B801-74E661FE254E}" type="parTrans" cxnId="{9B93ADD9-D831-450A-90B6-81567415918A}">
      <dgm:prSet/>
      <dgm:spPr/>
      <dgm:t>
        <a:bodyPr/>
        <a:lstStyle/>
        <a:p>
          <a:endParaRPr lang="en-US"/>
        </a:p>
      </dgm:t>
    </dgm:pt>
    <dgm:pt modelId="{F854B26A-A8DD-4CE0-9475-14F55273F661}" type="sibTrans" cxnId="{9B93ADD9-D831-450A-90B6-81567415918A}">
      <dgm:prSet/>
      <dgm:spPr/>
      <dgm:t>
        <a:bodyPr/>
        <a:lstStyle/>
        <a:p>
          <a:endParaRPr lang="en-US"/>
        </a:p>
      </dgm:t>
    </dgm:pt>
    <dgm:pt modelId="{6B793CBD-E86C-47E9-B166-5737D27106A8}" type="pres">
      <dgm:prSet presAssocID="{9ED0E030-60FB-4B33-85F1-00B5BA505A94}" presName="outerComposite" presStyleCnt="0">
        <dgm:presLayoutVars>
          <dgm:chMax val="5"/>
          <dgm:dir/>
          <dgm:resizeHandles val="exact"/>
        </dgm:presLayoutVars>
      </dgm:prSet>
      <dgm:spPr/>
    </dgm:pt>
    <dgm:pt modelId="{0F170FE1-D308-46BF-A5D9-807C907279D0}" type="pres">
      <dgm:prSet presAssocID="{9ED0E030-60FB-4B33-85F1-00B5BA505A94}" presName="dummyMaxCanvas" presStyleCnt="0">
        <dgm:presLayoutVars/>
      </dgm:prSet>
      <dgm:spPr/>
    </dgm:pt>
    <dgm:pt modelId="{9A8847E8-C20B-4D4F-B319-35C8D1369729}" type="pres">
      <dgm:prSet presAssocID="{9ED0E030-60FB-4B33-85F1-00B5BA505A94}" presName="FiveNodes_1" presStyleLbl="node1" presStyleIdx="0" presStyleCnt="5">
        <dgm:presLayoutVars>
          <dgm:bulletEnabled val="1"/>
        </dgm:presLayoutVars>
      </dgm:prSet>
      <dgm:spPr/>
    </dgm:pt>
    <dgm:pt modelId="{8CBBEE0E-1FDA-4225-9CDC-090A4AC11894}" type="pres">
      <dgm:prSet presAssocID="{9ED0E030-60FB-4B33-85F1-00B5BA505A94}" presName="FiveNodes_2" presStyleLbl="node1" presStyleIdx="1" presStyleCnt="5">
        <dgm:presLayoutVars>
          <dgm:bulletEnabled val="1"/>
        </dgm:presLayoutVars>
      </dgm:prSet>
      <dgm:spPr/>
    </dgm:pt>
    <dgm:pt modelId="{5C662D39-20A3-4735-BFDF-30517A7EAB60}" type="pres">
      <dgm:prSet presAssocID="{9ED0E030-60FB-4B33-85F1-00B5BA505A94}" presName="FiveNodes_3" presStyleLbl="node1" presStyleIdx="2" presStyleCnt="5">
        <dgm:presLayoutVars>
          <dgm:bulletEnabled val="1"/>
        </dgm:presLayoutVars>
      </dgm:prSet>
      <dgm:spPr/>
    </dgm:pt>
    <dgm:pt modelId="{E403DA50-E35D-45F9-AA3E-9DAFB225F29E}" type="pres">
      <dgm:prSet presAssocID="{9ED0E030-60FB-4B33-85F1-00B5BA505A94}" presName="FiveNodes_4" presStyleLbl="node1" presStyleIdx="3" presStyleCnt="5">
        <dgm:presLayoutVars>
          <dgm:bulletEnabled val="1"/>
        </dgm:presLayoutVars>
      </dgm:prSet>
      <dgm:spPr/>
    </dgm:pt>
    <dgm:pt modelId="{834A3C1C-3055-416A-AFAF-260AAF22E699}" type="pres">
      <dgm:prSet presAssocID="{9ED0E030-60FB-4B33-85F1-00B5BA505A94}" presName="FiveNodes_5" presStyleLbl="node1" presStyleIdx="4" presStyleCnt="5">
        <dgm:presLayoutVars>
          <dgm:bulletEnabled val="1"/>
        </dgm:presLayoutVars>
      </dgm:prSet>
      <dgm:spPr/>
    </dgm:pt>
    <dgm:pt modelId="{D23C6080-672E-44C1-8B52-B8321A4EFD65}" type="pres">
      <dgm:prSet presAssocID="{9ED0E030-60FB-4B33-85F1-00B5BA505A94}" presName="FiveConn_1-2" presStyleLbl="fgAccFollowNode1" presStyleIdx="0" presStyleCnt="4">
        <dgm:presLayoutVars>
          <dgm:bulletEnabled val="1"/>
        </dgm:presLayoutVars>
      </dgm:prSet>
      <dgm:spPr/>
    </dgm:pt>
    <dgm:pt modelId="{0EB72312-C5F0-40C3-9838-1E4B12097533}" type="pres">
      <dgm:prSet presAssocID="{9ED0E030-60FB-4B33-85F1-00B5BA505A94}" presName="FiveConn_2-3" presStyleLbl="fgAccFollowNode1" presStyleIdx="1" presStyleCnt="4">
        <dgm:presLayoutVars>
          <dgm:bulletEnabled val="1"/>
        </dgm:presLayoutVars>
      </dgm:prSet>
      <dgm:spPr/>
    </dgm:pt>
    <dgm:pt modelId="{84BEAEB6-4E86-4740-A7CB-F6FB6E29E310}" type="pres">
      <dgm:prSet presAssocID="{9ED0E030-60FB-4B33-85F1-00B5BA505A94}" presName="FiveConn_3-4" presStyleLbl="fgAccFollowNode1" presStyleIdx="2" presStyleCnt="4">
        <dgm:presLayoutVars>
          <dgm:bulletEnabled val="1"/>
        </dgm:presLayoutVars>
      </dgm:prSet>
      <dgm:spPr/>
    </dgm:pt>
    <dgm:pt modelId="{65CC6DAC-770E-4967-980D-54B8FD024A53}" type="pres">
      <dgm:prSet presAssocID="{9ED0E030-60FB-4B33-85F1-00B5BA505A94}" presName="FiveConn_4-5" presStyleLbl="fgAccFollowNode1" presStyleIdx="3" presStyleCnt="4">
        <dgm:presLayoutVars>
          <dgm:bulletEnabled val="1"/>
        </dgm:presLayoutVars>
      </dgm:prSet>
      <dgm:spPr/>
    </dgm:pt>
    <dgm:pt modelId="{137F5996-881E-4114-9E13-C508B6DF99D7}" type="pres">
      <dgm:prSet presAssocID="{9ED0E030-60FB-4B33-85F1-00B5BA505A94}" presName="FiveNodes_1_text" presStyleLbl="node1" presStyleIdx="4" presStyleCnt="5">
        <dgm:presLayoutVars>
          <dgm:bulletEnabled val="1"/>
        </dgm:presLayoutVars>
      </dgm:prSet>
      <dgm:spPr/>
    </dgm:pt>
    <dgm:pt modelId="{65C0DBFE-812E-4364-868B-E7341919A051}" type="pres">
      <dgm:prSet presAssocID="{9ED0E030-60FB-4B33-85F1-00B5BA505A94}" presName="FiveNodes_2_text" presStyleLbl="node1" presStyleIdx="4" presStyleCnt="5">
        <dgm:presLayoutVars>
          <dgm:bulletEnabled val="1"/>
        </dgm:presLayoutVars>
      </dgm:prSet>
      <dgm:spPr/>
    </dgm:pt>
    <dgm:pt modelId="{C76190A5-4ECE-41A8-9441-CF0DAA6273BF}" type="pres">
      <dgm:prSet presAssocID="{9ED0E030-60FB-4B33-85F1-00B5BA505A94}" presName="FiveNodes_3_text" presStyleLbl="node1" presStyleIdx="4" presStyleCnt="5">
        <dgm:presLayoutVars>
          <dgm:bulletEnabled val="1"/>
        </dgm:presLayoutVars>
      </dgm:prSet>
      <dgm:spPr/>
    </dgm:pt>
    <dgm:pt modelId="{3A6C7D66-6724-446C-969D-A3EE2EF048E3}" type="pres">
      <dgm:prSet presAssocID="{9ED0E030-60FB-4B33-85F1-00B5BA505A94}" presName="FiveNodes_4_text" presStyleLbl="node1" presStyleIdx="4" presStyleCnt="5">
        <dgm:presLayoutVars>
          <dgm:bulletEnabled val="1"/>
        </dgm:presLayoutVars>
      </dgm:prSet>
      <dgm:spPr/>
    </dgm:pt>
    <dgm:pt modelId="{7DD0780A-EAF4-4EE9-B019-1FCFB4B3278E}" type="pres">
      <dgm:prSet presAssocID="{9ED0E030-60FB-4B33-85F1-00B5BA505A94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7D4F7D04-21CC-42CC-A35E-486C6B6DE37C}" type="presOf" srcId="{C0C6F951-5116-4ADD-B075-52E9C436D1C8}" destId="{D23C6080-672E-44C1-8B52-B8321A4EFD65}" srcOrd="0" destOrd="0" presId="urn:microsoft.com/office/officeart/2005/8/layout/vProcess5"/>
    <dgm:cxn modelId="{AAA8001F-FA1F-4DB0-82FD-D3CCF99FB859}" type="presOf" srcId="{5C044EA0-B776-473C-9A74-5AC5FA251FAD}" destId="{84BEAEB6-4E86-4740-A7CB-F6FB6E29E310}" srcOrd="0" destOrd="0" presId="urn:microsoft.com/office/officeart/2005/8/layout/vProcess5"/>
    <dgm:cxn modelId="{B005AB35-E696-49CC-80C2-5401C68B5F75}" type="presOf" srcId="{F17D6B0E-A3CF-4C17-AB97-4E072E57B510}" destId="{8CBBEE0E-1FDA-4225-9CDC-090A4AC11894}" srcOrd="0" destOrd="0" presId="urn:microsoft.com/office/officeart/2005/8/layout/vProcess5"/>
    <dgm:cxn modelId="{FD20D468-DA3F-48A5-AD7A-75B5D670664D}" type="presOf" srcId="{FEA44D75-9B4C-49A3-9B1E-87A3434C83EB}" destId="{9A8847E8-C20B-4D4F-B319-35C8D1369729}" srcOrd="0" destOrd="0" presId="urn:microsoft.com/office/officeart/2005/8/layout/vProcess5"/>
    <dgm:cxn modelId="{828F9B71-E502-4C9D-9BC2-581F2CD35F7A}" type="presOf" srcId="{6537BC84-EE70-4989-9B05-80521340E578}" destId="{65CC6DAC-770E-4967-980D-54B8FD024A53}" srcOrd="0" destOrd="0" presId="urn:microsoft.com/office/officeart/2005/8/layout/vProcess5"/>
    <dgm:cxn modelId="{95648E52-A47F-4685-B004-128C31B0AD23}" srcId="{9ED0E030-60FB-4B33-85F1-00B5BA505A94}" destId="{5CA751F8-F7B6-4EE0-9C32-D1AC649ED5DE}" srcOrd="3" destOrd="0" parTransId="{7D56F09F-26D4-4DAC-827F-CF9F9A426983}" sibTransId="{6537BC84-EE70-4989-9B05-80521340E578}"/>
    <dgm:cxn modelId="{55DAC459-226F-4656-A2C6-C6A65426475D}" type="presOf" srcId="{FEA44D75-9B4C-49A3-9B1E-87A3434C83EB}" destId="{137F5996-881E-4114-9E13-C508B6DF99D7}" srcOrd="1" destOrd="0" presId="urn:microsoft.com/office/officeart/2005/8/layout/vProcess5"/>
    <dgm:cxn modelId="{7C2C2A7B-EB3C-4E54-BD8E-3BF9C1CC3C93}" type="presOf" srcId="{9ED0E030-60FB-4B33-85F1-00B5BA505A94}" destId="{6B793CBD-E86C-47E9-B166-5737D27106A8}" srcOrd="0" destOrd="0" presId="urn:microsoft.com/office/officeart/2005/8/layout/vProcess5"/>
    <dgm:cxn modelId="{54263F84-9A75-4C0B-B1F1-D87A2F4A13BB}" srcId="{9ED0E030-60FB-4B33-85F1-00B5BA505A94}" destId="{FEA44D75-9B4C-49A3-9B1E-87A3434C83EB}" srcOrd="0" destOrd="0" parTransId="{F075F9AF-C173-4E1C-B0E9-780E51CAFFCC}" sibTransId="{C0C6F951-5116-4ADD-B075-52E9C436D1C8}"/>
    <dgm:cxn modelId="{28141696-B639-4D1F-A3BA-3394BBD3DE82}" type="presOf" srcId="{E87ED59B-A593-411B-88B4-194F9CF916AB}" destId="{C76190A5-4ECE-41A8-9441-CF0DAA6273BF}" srcOrd="1" destOrd="0" presId="urn:microsoft.com/office/officeart/2005/8/layout/vProcess5"/>
    <dgm:cxn modelId="{5CF5849D-0E46-41F2-AC1D-F3AB2F004A9C}" type="presOf" srcId="{5CA751F8-F7B6-4EE0-9C32-D1AC649ED5DE}" destId="{E403DA50-E35D-45F9-AA3E-9DAFB225F29E}" srcOrd="0" destOrd="0" presId="urn:microsoft.com/office/officeart/2005/8/layout/vProcess5"/>
    <dgm:cxn modelId="{CBB1CAA0-C91F-43E0-BA2A-002189DD9DEF}" type="presOf" srcId="{54048B7C-870A-401B-81F5-507C7F86750D}" destId="{834A3C1C-3055-416A-AFAF-260AAF22E699}" srcOrd="0" destOrd="0" presId="urn:microsoft.com/office/officeart/2005/8/layout/vProcess5"/>
    <dgm:cxn modelId="{20E1E4A0-5184-44A4-BB6A-1B7A6A729CBE}" type="presOf" srcId="{5CA751F8-F7B6-4EE0-9C32-D1AC649ED5DE}" destId="{3A6C7D66-6724-446C-969D-A3EE2EF048E3}" srcOrd="1" destOrd="0" presId="urn:microsoft.com/office/officeart/2005/8/layout/vProcess5"/>
    <dgm:cxn modelId="{C8E344A2-1483-4763-8B25-C651A9202F1A}" type="presOf" srcId="{54048B7C-870A-401B-81F5-507C7F86750D}" destId="{7DD0780A-EAF4-4EE9-B019-1FCFB4B3278E}" srcOrd="1" destOrd="0" presId="urn:microsoft.com/office/officeart/2005/8/layout/vProcess5"/>
    <dgm:cxn modelId="{234FBCAA-196C-430D-BBE6-DCC32BFC897D}" type="presOf" srcId="{E87ED59B-A593-411B-88B4-194F9CF916AB}" destId="{5C662D39-20A3-4735-BFDF-30517A7EAB60}" srcOrd="0" destOrd="0" presId="urn:microsoft.com/office/officeart/2005/8/layout/vProcess5"/>
    <dgm:cxn modelId="{6AAC1EAE-FF02-4834-A954-09E685FA7924}" type="presOf" srcId="{F17D6B0E-A3CF-4C17-AB97-4E072E57B510}" destId="{65C0DBFE-812E-4364-868B-E7341919A051}" srcOrd="1" destOrd="0" presId="urn:microsoft.com/office/officeart/2005/8/layout/vProcess5"/>
    <dgm:cxn modelId="{8DABE7B6-CF05-49B6-8E17-9EE32AB3C34E}" type="presOf" srcId="{ADB76FC0-0F64-445F-A3A4-4EC3A953DD24}" destId="{0EB72312-C5F0-40C3-9838-1E4B12097533}" srcOrd="0" destOrd="0" presId="urn:microsoft.com/office/officeart/2005/8/layout/vProcess5"/>
    <dgm:cxn modelId="{9B93ADD9-D831-450A-90B6-81567415918A}" srcId="{9ED0E030-60FB-4B33-85F1-00B5BA505A94}" destId="{54048B7C-870A-401B-81F5-507C7F86750D}" srcOrd="4" destOrd="0" parTransId="{8DB2DF99-05D6-4234-B801-74E661FE254E}" sibTransId="{F854B26A-A8DD-4CE0-9475-14F55273F661}"/>
    <dgm:cxn modelId="{B38349DF-2592-41CA-BF3A-F93FF4961470}" srcId="{9ED0E030-60FB-4B33-85F1-00B5BA505A94}" destId="{E87ED59B-A593-411B-88B4-194F9CF916AB}" srcOrd="2" destOrd="0" parTransId="{455CC5A5-2277-4FF8-84F6-A81FD50E8F40}" sibTransId="{5C044EA0-B776-473C-9A74-5AC5FA251FAD}"/>
    <dgm:cxn modelId="{AF7708E3-42F4-45FC-AE07-7DEE8F070B03}" srcId="{9ED0E030-60FB-4B33-85F1-00B5BA505A94}" destId="{F17D6B0E-A3CF-4C17-AB97-4E072E57B510}" srcOrd="1" destOrd="0" parTransId="{CF9992BB-889E-4CCA-995A-8B7A6FEF83AB}" sibTransId="{ADB76FC0-0F64-445F-A3A4-4EC3A953DD24}"/>
    <dgm:cxn modelId="{43543B66-6D48-46B8-AC0C-07CD07C3D8C8}" type="presParOf" srcId="{6B793CBD-E86C-47E9-B166-5737D27106A8}" destId="{0F170FE1-D308-46BF-A5D9-807C907279D0}" srcOrd="0" destOrd="0" presId="urn:microsoft.com/office/officeart/2005/8/layout/vProcess5"/>
    <dgm:cxn modelId="{A93698EE-85F9-4F9E-939B-D227D2843A15}" type="presParOf" srcId="{6B793CBD-E86C-47E9-B166-5737D27106A8}" destId="{9A8847E8-C20B-4D4F-B319-35C8D1369729}" srcOrd="1" destOrd="0" presId="urn:microsoft.com/office/officeart/2005/8/layout/vProcess5"/>
    <dgm:cxn modelId="{C68E9977-55BA-4271-8C49-9408D3CE07F9}" type="presParOf" srcId="{6B793CBD-E86C-47E9-B166-5737D27106A8}" destId="{8CBBEE0E-1FDA-4225-9CDC-090A4AC11894}" srcOrd="2" destOrd="0" presId="urn:microsoft.com/office/officeart/2005/8/layout/vProcess5"/>
    <dgm:cxn modelId="{92E27E55-6244-4665-BD6F-5E5312F01BAE}" type="presParOf" srcId="{6B793CBD-E86C-47E9-B166-5737D27106A8}" destId="{5C662D39-20A3-4735-BFDF-30517A7EAB60}" srcOrd="3" destOrd="0" presId="urn:microsoft.com/office/officeart/2005/8/layout/vProcess5"/>
    <dgm:cxn modelId="{6990FC08-68E7-462D-AF5D-EC14F3CB2412}" type="presParOf" srcId="{6B793CBD-E86C-47E9-B166-5737D27106A8}" destId="{E403DA50-E35D-45F9-AA3E-9DAFB225F29E}" srcOrd="4" destOrd="0" presId="urn:microsoft.com/office/officeart/2005/8/layout/vProcess5"/>
    <dgm:cxn modelId="{FC6223F0-B84C-40C4-B0D4-A70843E95DDA}" type="presParOf" srcId="{6B793CBD-E86C-47E9-B166-5737D27106A8}" destId="{834A3C1C-3055-416A-AFAF-260AAF22E699}" srcOrd="5" destOrd="0" presId="urn:microsoft.com/office/officeart/2005/8/layout/vProcess5"/>
    <dgm:cxn modelId="{68120EA2-7855-477F-A84E-397323BA013C}" type="presParOf" srcId="{6B793CBD-E86C-47E9-B166-5737D27106A8}" destId="{D23C6080-672E-44C1-8B52-B8321A4EFD65}" srcOrd="6" destOrd="0" presId="urn:microsoft.com/office/officeart/2005/8/layout/vProcess5"/>
    <dgm:cxn modelId="{D327E23F-7F6C-44CF-B554-D2214C10A1CC}" type="presParOf" srcId="{6B793CBD-E86C-47E9-B166-5737D27106A8}" destId="{0EB72312-C5F0-40C3-9838-1E4B12097533}" srcOrd="7" destOrd="0" presId="urn:microsoft.com/office/officeart/2005/8/layout/vProcess5"/>
    <dgm:cxn modelId="{54A3BE6E-79F8-4C29-AE19-55B66E6472CC}" type="presParOf" srcId="{6B793CBD-E86C-47E9-B166-5737D27106A8}" destId="{84BEAEB6-4E86-4740-A7CB-F6FB6E29E310}" srcOrd="8" destOrd="0" presId="urn:microsoft.com/office/officeart/2005/8/layout/vProcess5"/>
    <dgm:cxn modelId="{3F50B82D-D230-4E46-B661-F84151855911}" type="presParOf" srcId="{6B793CBD-E86C-47E9-B166-5737D27106A8}" destId="{65CC6DAC-770E-4967-980D-54B8FD024A53}" srcOrd="9" destOrd="0" presId="urn:microsoft.com/office/officeart/2005/8/layout/vProcess5"/>
    <dgm:cxn modelId="{A6EDE4BD-0C45-4B22-95F7-62BE7EEA791A}" type="presParOf" srcId="{6B793CBD-E86C-47E9-B166-5737D27106A8}" destId="{137F5996-881E-4114-9E13-C508B6DF99D7}" srcOrd="10" destOrd="0" presId="urn:microsoft.com/office/officeart/2005/8/layout/vProcess5"/>
    <dgm:cxn modelId="{0A89B4C5-0B04-4E79-A0D2-DE124F8ECE07}" type="presParOf" srcId="{6B793CBD-E86C-47E9-B166-5737D27106A8}" destId="{65C0DBFE-812E-4364-868B-E7341919A051}" srcOrd="11" destOrd="0" presId="urn:microsoft.com/office/officeart/2005/8/layout/vProcess5"/>
    <dgm:cxn modelId="{BFD119AF-7486-4622-87D1-E41ADA778A29}" type="presParOf" srcId="{6B793CBD-E86C-47E9-B166-5737D27106A8}" destId="{C76190A5-4ECE-41A8-9441-CF0DAA6273BF}" srcOrd="12" destOrd="0" presId="urn:microsoft.com/office/officeart/2005/8/layout/vProcess5"/>
    <dgm:cxn modelId="{92EC6019-765A-4CDB-85C2-B01AFAE2DE16}" type="presParOf" srcId="{6B793CBD-E86C-47E9-B166-5737D27106A8}" destId="{3A6C7D66-6724-446C-969D-A3EE2EF048E3}" srcOrd="13" destOrd="0" presId="urn:microsoft.com/office/officeart/2005/8/layout/vProcess5"/>
    <dgm:cxn modelId="{6A6C97BA-B95A-4362-83AB-2FE9991CDC58}" type="presParOf" srcId="{6B793CBD-E86C-47E9-B166-5737D27106A8}" destId="{7DD0780A-EAF4-4EE9-B019-1FCFB4B3278E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EBC2664-AE51-4C4E-9C9F-ABB72A389B8F}" type="doc">
      <dgm:prSet loTypeId="urn:microsoft.com/office/officeart/2016/7/layout/LinearArrowProcessNumbered" loCatId="process" qsTypeId="urn:microsoft.com/office/officeart/2005/8/quickstyle/simple4#9" qsCatId="simple" csTypeId="urn:microsoft.com/office/officeart/2005/8/colors/colorful2#5" csCatId="colorful"/>
      <dgm:spPr/>
      <dgm:t>
        <a:bodyPr/>
        <a:lstStyle/>
        <a:p>
          <a:endParaRPr lang="en-US"/>
        </a:p>
      </dgm:t>
    </dgm:pt>
    <dgm:pt modelId="{C1581508-DCD7-4976-8EDE-71F42ABCBEA1}">
      <dgm:prSet/>
      <dgm:spPr/>
      <dgm:t>
        <a:bodyPr/>
        <a:lstStyle/>
        <a:p>
          <a:r>
            <a:rPr lang="en-PK"/>
            <a:t>registration/login/password-reset edge cases </a:t>
          </a:r>
          <a:endParaRPr lang="en-US"/>
        </a:p>
      </dgm:t>
    </dgm:pt>
    <dgm:pt modelId="{87C7588F-3607-4B5A-B70F-B1D0B7A74C79}" type="parTrans" cxnId="{14967766-2294-4DB5-A660-663D3027F08B}">
      <dgm:prSet/>
      <dgm:spPr/>
      <dgm:t>
        <a:bodyPr/>
        <a:lstStyle/>
        <a:p>
          <a:endParaRPr lang="en-US"/>
        </a:p>
      </dgm:t>
    </dgm:pt>
    <dgm:pt modelId="{A19F21B8-D01E-4342-A7E2-B976749D09D3}" type="sibTrans" cxnId="{14967766-2294-4DB5-A660-663D3027F08B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2DD1CD73-D1AB-4DAC-9EBF-6CFC4FCB7536}">
      <dgm:prSet/>
      <dgm:spPr/>
      <dgm:t>
        <a:bodyPr/>
        <a:lstStyle/>
        <a:p>
          <a:r>
            <a:rPr lang="en-PK"/>
            <a:t>admin authorization boundaries </a:t>
          </a:r>
          <a:endParaRPr lang="en-US"/>
        </a:p>
      </dgm:t>
    </dgm:pt>
    <dgm:pt modelId="{6420F69F-25CB-4906-886F-ED37C56BE9D2}" type="parTrans" cxnId="{B483F55B-01A6-46A2-8287-A6938A361281}">
      <dgm:prSet/>
      <dgm:spPr/>
      <dgm:t>
        <a:bodyPr/>
        <a:lstStyle/>
        <a:p>
          <a:endParaRPr lang="en-US"/>
        </a:p>
      </dgm:t>
    </dgm:pt>
    <dgm:pt modelId="{B1E1CC79-0DEC-44C5-A483-691A4D67F3C4}" type="sibTrans" cxnId="{B483F55B-01A6-46A2-8287-A6938A361281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3163FDBA-74AA-4B01-B975-1DFBF819AC6B}">
      <dgm:prSet/>
      <dgm:spPr/>
      <dgm:t>
        <a:bodyPr/>
        <a:lstStyle/>
        <a:p>
          <a:r>
            <a:rPr lang="en-PK"/>
            <a:t>cart referential-integrity edge cases (deleted products, stock limits) </a:t>
          </a:r>
          <a:endParaRPr lang="en-US"/>
        </a:p>
      </dgm:t>
    </dgm:pt>
    <dgm:pt modelId="{EB79375C-C210-4687-9F75-6A6504447A71}" type="parTrans" cxnId="{03B09840-C2BE-40A3-B63E-9C80700C880A}">
      <dgm:prSet/>
      <dgm:spPr/>
      <dgm:t>
        <a:bodyPr/>
        <a:lstStyle/>
        <a:p>
          <a:endParaRPr lang="en-US"/>
        </a:p>
      </dgm:t>
    </dgm:pt>
    <dgm:pt modelId="{1E2A0086-3830-4E17-B1D0-BE318F6A2FBB}" type="sibTrans" cxnId="{03B09840-C2BE-40A3-B63E-9C80700C880A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6A71269D-F28E-4F36-B3C0-E75EC89C5C65}">
      <dgm:prSet/>
      <dgm:spPr/>
      <dgm:t>
        <a:bodyPr/>
        <a:lstStyle/>
        <a:p>
          <a:r>
            <a:rPr lang="en-PK"/>
            <a:t>·coupon validation · </a:t>
          </a:r>
          <a:endParaRPr lang="en-US"/>
        </a:p>
      </dgm:t>
    </dgm:pt>
    <dgm:pt modelId="{182264BD-4340-4237-AF26-912C34CE0E30}" type="parTrans" cxnId="{36431F0B-2366-42D4-8CDB-C0864715DC6E}">
      <dgm:prSet/>
      <dgm:spPr/>
      <dgm:t>
        <a:bodyPr/>
        <a:lstStyle/>
        <a:p>
          <a:endParaRPr lang="en-US"/>
        </a:p>
      </dgm:t>
    </dgm:pt>
    <dgm:pt modelId="{3C84D760-8B6E-4450-8055-4D3086887FF1}" type="sibTrans" cxnId="{36431F0B-2366-42D4-8CDB-C0864715DC6E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A4E98EC9-F3EF-4489-9FE2-1534CC4008F4}">
      <dgm:prSet/>
      <dgm:spPr/>
      <dgm:t>
        <a:bodyPr/>
        <a:lstStyle/>
        <a:p>
          <a:r>
            <a:rPr lang="en-PK"/>
            <a:t>checkout on an empty cart </a:t>
          </a:r>
          <a:endParaRPr lang="en-US"/>
        </a:p>
      </dgm:t>
    </dgm:pt>
    <dgm:pt modelId="{21770F97-AB9E-4C5C-B4E0-DC3F98D9C21E}" type="parTrans" cxnId="{D4E3AEB9-2B24-4317-B45D-65FFF75857A8}">
      <dgm:prSet/>
      <dgm:spPr/>
      <dgm:t>
        <a:bodyPr/>
        <a:lstStyle/>
        <a:p>
          <a:endParaRPr lang="en-US"/>
        </a:p>
      </dgm:t>
    </dgm:pt>
    <dgm:pt modelId="{E3B6559A-F0C7-4800-8CCA-8DA060B6B77F}" type="sibTrans" cxnId="{D4E3AEB9-2B24-4317-B45D-65FFF75857A8}">
      <dgm:prSet phldrT="5" phldr="0"/>
      <dgm:spPr/>
      <dgm:t>
        <a:bodyPr/>
        <a:lstStyle/>
        <a:p>
          <a:r>
            <a:rPr lang="en-US"/>
            <a:t>5</a:t>
          </a:r>
        </a:p>
      </dgm:t>
    </dgm:pt>
    <dgm:pt modelId="{2B8C5B55-AAB5-4AA7-9A42-1E02CD1DBF74}">
      <dgm:prSet/>
      <dgm:spPr/>
      <dgm:t>
        <a:bodyPr/>
        <a:lstStyle/>
        <a:p>
          <a:r>
            <a:rPr lang="en-PK"/>
            <a:t>order isolation between different users </a:t>
          </a:r>
          <a:endParaRPr lang="en-US"/>
        </a:p>
      </dgm:t>
    </dgm:pt>
    <dgm:pt modelId="{FE384CE9-3731-41AA-B8C8-3E37E40D8632}" type="parTrans" cxnId="{F72C4BA8-630E-484B-BFE0-799DAFEE52BF}">
      <dgm:prSet/>
      <dgm:spPr/>
      <dgm:t>
        <a:bodyPr/>
        <a:lstStyle/>
        <a:p>
          <a:endParaRPr lang="en-US"/>
        </a:p>
      </dgm:t>
    </dgm:pt>
    <dgm:pt modelId="{EF407E28-B3A7-4B7F-AA3F-3A34BC123110}" type="sibTrans" cxnId="{F72C4BA8-630E-484B-BFE0-799DAFEE52BF}">
      <dgm:prSet phldrT="6" phldr="0"/>
      <dgm:spPr/>
      <dgm:t>
        <a:bodyPr/>
        <a:lstStyle/>
        <a:p>
          <a:r>
            <a:rPr lang="en-US"/>
            <a:t>6</a:t>
          </a:r>
        </a:p>
      </dgm:t>
    </dgm:pt>
    <dgm:pt modelId="{0C209A08-4C73-4E73-BE51-4D20CB0566F0}">
      <dgm:prSet/>
      <dgm:spPr/>
      <dgm:t>
        <a:bodyPr/>
        <a:lstStyle/>
        <a:p>
          <a:r>
            <a:rPr lang="en-PK"/>
            <a:t>front-end and back-end route protection tested independently</a:t>
          </a:r>
          <a:endParaRPr lang="en-US"/>
        </a:p>
      </dgm:t>
    </dgm:pt>
    <dgm:pt modelId="{C9412B9A-F190-4B94-BD3E-F6557F474159}" type="parTrans" cxnId="{E58452AA-F0DC-4314-A138-85338346F4E5}">
      <dgm:prSet/>
      <dgm:spPr/>
      <dgm:t>
        <a:bodyPr/>
        <a:lstStyle/>
        <a:p>
          <a:endParaRPr lang="en-US"/>
        </a:p>
      </dgm:t>
    </dgm:pt>
    <dgm:pt modelId="{65805E33-C2F1-483F-A172-061EA6983063}" type="sibTrans" cxnId="{E58452AA-F0DC-4314-A138-85338346F4E5}">
      <dgm:prSet phldrT="7" phldr="0"/>
      <dgm:spPr/>
      <dgm:t>
        <a:bodyPr/>
        <a:lstStyle/>
        <a:p>
          <a:r>
            <a:rPr lang="en-US"/>
            <a:t>7</a:t>
          </a:r>
        </a:p>
      </dgm:t>
    </dgm:pt>
    <dgm:pt modelId="{D6A9A6A4-46B8-41E2-9FCA-648CC5CD8527}" type="pres">
      <dgm:prSet presAssocID="{CEBC2664-AE51-4C4E-9C9F-ABB72A389B8F}" presName="linearFlow" presStyleCnt="0">
        <dgm:presLayoutVars>
          <dgm:dir/>
          <dgm:animLvl val="lvl"/>
          <dgm:resizeHandles val="exact"/>
        </dgm:presLayoutVars>
      </dgm:prSet>
      <dgm:spPr/>
    </dgm:pt>
    <dgm:pt modelId="{6171EA8B-AD5D-4987-A278-66D5EFA1EF53}" type="pres">
      <dgm:prSet presAssocID="{C1581508-DCD7-4976-8EDE-71F42ABCBEA1}" presName="compositeNode" presStyleCnt="0"/>
      <dgm:spPr/>
    </dgm:pt>
    <dgm:pt modelId="{4A9AB220-CFFE-472F-B70A-F96F2D775775}" type="pres">
      <dgm:prSet presAssocID="{C1581508-DCD7-4976-8EDE-71F42ABCBEA1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FDE7E6D2-EC64-44E7-AC51-4774C2AEA191}" type="pres">
      <dgm:prSet presAssocID="{C1581508-DCD7-4976-8EDE-71F42ABCBEA1}" presName="parSh" presStyleCnt="0"/>
      <dgm:spPr/>
    </dgm:pt>
    <dgm:pt modelId="{A0860DA4-E7A2-43B7-9595-E4DF0FD86355}" type="pres">
      <dgm:prSet presAssocID="{C1581508-DCD7-4976-8EDE-71F42ABCBEA1}" presName="lineNode" presStyleLbl="alignAccFollowNode1" presStyleIdx="0" presStyleCnt="21"/>
      <dgm:spPr/>
    </dgm:pt>
    <dgm:pt modelId="{B8DC2813-BCF0-4D08-8AA5-A0BCFAF85B9D}" type="pres">
      <dgm:prSet presAssocID="{C1581508-DCD7-4976-8EDE-71F42ABCBEA1}" presName="lineArrowNode" presStyleLbl="alignAccFollowNode1" presStyleIdx="1" presStyleCnt="21"/>
      <dgm:spPr/>
    </dgm:pt>
    <dgm:pt modelId="{D4F906EB-6086-4322-B031-7D83161AA805}" type="pres">
      <dgm:prSet presAssocID="{A19F21B8-D01E-4342-A7E2-B976749D09D3}" presName="sibTransNodeCircle" presStyleLbl="alignNode1" presStyleIdx="0" presStyleCnt="7">
        <dgm:presLayoutVars>
          <dgm:chMax val="0"/>
          <dgm:bulletEnabled/>
        </dgm:presLayoutVars>
      </dgm:prSet>
      <dgm:spPr/>
    </dgm:pt>
    <dgm:pt modelId="{C13405A5-957D-4751-A066-A5053E3CCB26}" type="pres">
      <dgm:prSet presAssocID="{A19F21B8-D01E-4342-A7E2-B976749D09D3}" presName="spacerBetweenCircleAndCallout" presStyleCnt="0">
        <dgm:presLayoutVars/>
      </dgm:prSet>
      <dgm:spPr/>
    </dgm:pt>
    <dgm:pt modelId="{ECB8C957-3388-431C-A035-EA5AEE16A75C}" type="pres">
      <dgm:prSet presAssocID="{C1581508-DCD7-4976-8EDE-71F42ABCBEA1}" presName="nodeText" presStyleLbl="alignAccFollowNode1" presStyleIdx="2" presStyleCnt="21">
        <dgm:presLayoutVars>
          <dgm:bulletEnabled val="1"/>
        </dgm:presLayoutVars>
      </dgm:prSet>
      <dgm:spPr/>
    </dgm:pt>
    <dgm:pt modelId="{EEAB2A54-49BB-4B14-B393-99E79821D0AE}" type="pres">
      <dgm:prSet presAssocID="{A19F21B8-D01E-4342-A7E2-B976749D09D3}" presName="sibTransComposite" presStyleCnt="0"/>
      <dgm:spPr/>
    </dgm:pt>
    <dgm:pt modelId="{2ECB74A9-BA3A-4AE6-8113-DC35533E2244}" type="pres">
      <dgm:prSet presAssocID="{2DD1CD73-D1AB-4DAC-9EBF-6CFC4FCB7536}" presName="compositeNode" presStyleCnt="0"/>
      <dgm:spPr/>
    </dgm:pt>
    <dgm:pt modelId="{AD162F3D-3C7C-4A66-9B80-B0A8B2DCBF6D}" type="pres">
      <dgm:prSet presAssocID="{2DD1CD73-D1AB-4DAC-9EBF-6CFC4FCB7536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27C9AAD1-4F22-4C98-BA1C-326CDB08070B}" type="pres">
      <dgm:prSet presAssocID="{2DD1CD73-D1AB-4DAC-9EBF-6CFC4FCB7536}" presName="parSh" presStyleCnt="0"/>
      <dgm:spPr/>
    </dgm:pt>
    <dgm:pt modelId="{016D1468-437F-4DE0-9CEF-39F209EB1A81}" type="pres">
      <dgm:prSet presAssocID="{2DD1CD73-D1AB-4DAC-9EBF-6CFC4FCB7536}" presName="lineNode" presStyleLbl="alignAccFollowNode1" presStyleIdx="3" presStyleCnt="21"/>
      <dgm:spPr/>
    </dgm:pt>
    <dgm:pt modelId="{2A69220E-3577-43BF-8143-B65851AFEAA6}" type="pres">
      <dgm:prSet presAssocID="{2DD1CD73-D1AB-4DAC-9EBF-6CFC4FCB7536}" presName="lineArrowNode" presStyleLbl="alignAccFollowNode1" presStyleIdx="4" presStyleCnt="21"/>
      <dgm:spPr/>
    </dgm:pt>
    <dgm:pt modelId="{166E5D46-0CDC-47D7-87C0-2B1BC79934DD}" type="pres">
      <dgm:prSet presAssocID="{B1E1CC79-0DEC-44C5-A483-691A4D67F3C4}" presName="sibTransNodeCircle" presStyleLbl="alignNode1" presStyleIdx="1" presStyleCnt="7">
        <dgm:presLayoutVars>
          <dgm:chMax val="0"/>
          <dgm:bulletEnabled/>
        </dgm:presLayoutVars>
      </dgm:prSet>
      <dgm:spPr/>
    </dgm:pt>
    <dgm:pt modelId="{8A1890A6-E0A5-480B-A4BC-BF0757FEA123}" type="pres">
      <dgm:prSet presAssocID="{B1E1CC79-0DEC-44C5-A483-691A4D67F3C4}" presName="spacerBetweenCircleAndCallout" presStyleCnt="0">
        <dgm:presLayoutVars/>
      </dgm:prSet>
      <dgm:spPr/>
    </dgm:pt>
    <dgm:pt modelId="{1A5BB883-199E-458C-8CAC-19BD631FC642}" type="pres">
      <dgm:prSet presAssocID="{2DD1CD73-D1AB-4DAC-9EBF-6CFC4FCB7536}" presName="nodeText" presStyleLbl="alignAccFollowNode1" presStyleIdx="5" presStyleCnt="21">
        <dgm:presLayoutVars>
          <dgm:bulletEnabled val="1"/>
        </dgm:presLayoutVars>
      </dgm:prSet>
      <dgm:spPr/>
    </dgm:pt>
    <dgm:pt modelId="{88870E59-90BB-4CEF-8797-40724A6ECBF4}" type="pres">
      <dgm:prSet presAssocID="{B1E1CC79-0DEC-44C5-A483-691A4D67F3C4}" presName="sibTransComposite" presStyleCnt="0"/>
      <dgm:spPr/>
    </dgm:pt>
    <dgm:pt modelId="{00B34650-0DBB-4B3E-98C9-04EEF57C452A}" type="pres">
      <dgm:prSet presAssocID="{3163FDBA-74AA-4B01-B975-1DFBF819AC6B}" presName="compositeNode" presStyleCnt="0"/>
      <dgm:spPr/>
    </dgm:pt>
    <dgm:pt modelId="{DD7B29FE-9DC1-44D0-B032-5D3179345ECE}" type="pres">
      <dgm:prSet presAssocID="{3163FDBA-74AA-4B01-B975-1DFBF819AC6B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0C7F07F1-99BC-4DE4-BFAD-6D281002D5EF}" type="pres">
      <dgm:prSet presAssocID="{3163FDBA-74AA-4B01-B975-1DFBF819AC6B}" presName="parSh" presStyleCnt="0"/>
      <dgm:spPr/>
    </dgm:pt>
    <dgm:pt modelId="{153BD553-1D65-43BC-A3AD-194D858EFD47}" type="pres">
      <dgm:prSet presAssocID="{3163FDBA-74AA-4B01-B975-1DFBF819AC6B}" presName="lineNode" presStyleLbl="alignAccFollowNode1" presStyleIdx="6" presStyleCnt="21"/>
      <dgm:spPr/>
    </dgm:pt>
    <dgm:pt modelId="{DFD4C8F0-9E2A-46EA-8821-98C2DCC21EB0}" type="pres">
      <dgm:prSet presAssocID="{3163FDBA-74AA-4B01-B975-1DFBF819AC6B}" presName="lineArrowNode" presStyleLbl="alignAccFollowNode1" presStyleIdx="7" presStyleCnt="21"/>
      <dgm:spPr/>
    </dgm:pt>
    <dgm:pt modelId="{1D32BC0A-9B31-4232-88CA-3B81B558FD6A}" type="pres">
      <dgm:prSet presAssocID="{1E2A0086-3830-4E17-B1D0-BE318F6A2FBB}" presName="sibTransNodeCircle" presStyleLbl="alignNode1" presStyleIdx="2" presStyleCnt="7">
        <dgm:presLayoutVars>
          <dgm:chMax val="0"/>
          <dgm:bulletEnabled/>
        </dgm:presLayoutVars>
      </dgm:prSet>
      <dgm:spPr/>
    </dgm:pt>
    <dgm:pt modelId="{F3952790-0BCD-48F6-9D27-2A3516E03CEF}" type="pres">
      <dgm:prSet presAssocID="{1E2A0086-3830-4E17-B1D0-BE318F6A2FBB}" presName="spacerBetweenCircleAndCallout" presStyleCnt="0">
        <dgm:presLayoutVars/>
      </dgm:prSet>
      <dgm:spPr/>
    </dgm:pt>
    <dgm:pt modelId="{3C99F11D-A6B0-4823-904F-F4AB664CA2F0}" type="pres">
      <dgm:prSet presAssocID="{3163FDBA-74AA-4B01-B975-1DFBF819AC6B}" presName="nodeText" presStyleLbl="alignAccFollowNode1" presStyleIdx="8" presStyleCnt="21">
        <dgm:presLayoutVars>
          <dgm:bulletEnabled val="1"/>
        </dgm:presLayoutVars>
      </dgm:prSet>
      <dgm:spPr/>
    </dgm:pt>
    <dgm:pt modelId="{ECC1415E-2008-4A58-BD93-BE0A3D4C1FBB}" type="pres">
      <dgm:prSet presAssocID="{1E2A0086-3830-4E17-B1D0-BE318F6A2FBB}" presName="sibTransComposite" presStyleCnt="0"/>
      <dgm:spPr/>
    </dgm:pt>
    <dgm:pt modelId="{A0A60462-E11D-4274-BCCC-4D3D7CA4E55E}" type="pres">
      <dgm:prSet presAssocID="{6A71269D-F28E-4F36-B3C0-E75EC89C5C65}" presName="compositeNode" presStyleCnt="0"/>
      <dgm:spPr/>
    </dgm:pt>
    <dgm:pt modelId="{7107F4A2-E206-4116-8BA8-796F45AC9E3C}" type="pres">
      <dgm:prSet presAssocID="{6A71269D-F28E-4F36-B3C0-E75EC89C5C65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74EE9EAC-8118-4764-8FAF-BD96988B3201}" type="pres">
      <dgm:prSet presAssocID="{6A71269D-F28E-4F36-B3C0-E75EC89C5C65}" presName="parSh" presStyleCnt="0"/>
      <dgm:spPr/>
    </dgm:pt>
    <dgm:pt modelId="{C53CB742-BAB1-4F03-B77A-A7186F57818A}" type="pres">
      <dgm:prSet presAssocID="{6A71269D-F28E-4F36-B3C0-E75EC89C5C65}" presName="lineNode" presStyleLbl="alignAccFollowNode1" presStyleIdx="9" presStyleCnt="21"/>
      <dgm:spPr/>
    </dgm:pt>
    <dgm:pt modelId="{F777E59D-473E-464F-B13F-665123CD43B0}" type="pres">
      <dgm:prSet presAssocID="{6A71269D-F28E-4F36-B3C0-E75EC89C5C65}" presName="lineArrowNode" presStyleLbl="alignAccFollowNode1" presStyleIdx="10" presStyleCnt="21"/>
      <dgm:spPr/>
    </dgm:pt>
    <dgm:pt modelId="{806041E4-1FEC-4C3B-878D-8E44ED8388B3}" type="pres">
      <dgm:prSet presAssocID="{3C84D760-8B6E-4450-8055-4D3086887FF1}" presName="sibTransNodeCircle" presStyleLbl="alignNode1" presStyleIdx="3" presStyleCnt="7">
        <dgm:presLayoutVars>
          <dgm:chMax val="0"/>
          <dgm:bulletEnabled/>
        </dgm:presLayoutVars>
      </dgm:prSet>
      <dgm:spPr/>
    </dgm:pt>
    <dgm:pt modelId="{BCA44FB7-3EC8-41D7-860D-B7FD31181EDF}" type="pres">
      <dgm:prSet presAssocID="{3C84D760-8B6E-4450-8055-4D3086887FF1}" presName="spacerBetweenCircleAndCallout" presStyleCnt="0">
        <dgm:presLayoutVars/>
      </dgm:prSet>
      <dgm:spPr/>
    </dgm:pt>
    <dgm:pt modelId="{4EF99534-DF9E-4190-90CF-BA15981ACC68}" type="pres">
      <dgm:prSet presAssocID="{6A71269D-F28E-4F36-B3C0-E75EC89C5C65}" presName="nodeText" presStyleLbl="alignAccFollowNode1" presStyleIdx="11" presStyleCnt="21">
        <dgm:presLayoutVars>
          <dgm:bulletEnabled val="1"/>
        </dgm:presLayoutVars>
      </dgm:prSet>
      <dgm:spPr/>
    </dgm:pt>
    <dgm:pt modelId="{E5BC0040-6E13-4DAC-BCC0-C2BB4B4F44B7}" type="pres">
      <dgm:prSet presAssocID="{3C84D760-8B6E-4450-8055-4D3086887FF1}" presName="sibTransComposite" presStyleCnt="0"/>
      <dgm:spPr/>
    </dgm:pt>
    <dgm:pt modelId="{C9025F7E-4B8B-4B95-9B73-E8DA4E747017}" type="pres">
      <dgm:prSet presAssocID="{A4E98EC9-F3EF-4489-9FE2-1534CC4008F4}" presName="compositeNode" presStyleCnt="0"/>
      <dgm:spPr/>
    </dgm:pt>
    <dgm:pt modelId="{D3B6D018-1BFA-46D7-8E68-F3D0276F7F39}" type="pres">
      <dgm:prSet presAssocID="{A4E98EC9-F3EF-4489-9FE2-1534CC4008F4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44680288-C4A4-44B3-B40F-FAC67A2FD518}" type="pres">
      <dgm:prSet presAssocID="{A4E98EC9-F3EF-4489-9FE2-1534CC4008F4}" presName="parSh" presStyleCnt="0"/>
      <dgm:spPr/>
    </dgm:pt>
    <dgm:pt modelId="{79365C3B-5395-4CF0-9F8F-82A6FAA8A26D}" type="pres">
      <dgm:prSet presAssocID="{A4E98EC9-F3EF-4489-9FE2-1534CC4008F4}" presName="lineNode" presStyleLbl="alignAccFollowNode1" presStyleIdx="12" presStyleCnt="21"/>
      <dgm:spPr/>
    </dgm:pt>
    <dgm:pt modelId="{A75A2BC4-E193-4D41-B34D-98ABDAF8B140}" type="pres">
      <dgm:prSet presAssocID="{A4E98EC9-F3EF-4489-9FE2-1534CC4008F4}" presName="lineArrowNode" presStyleLbl="alignAccFollowNode1" presStyleIdx="13" presStyleCnt="21"/>
      <dgm:spPr/>
    </dgm:pt>
    <dgm:pt modelId="{707B55E6-DDC4-4898-BDD3-29E378F80EAE}" type="pres">
      <dgm:prSet presAssocID="{E3B6559A-F0C7-4800-8CCA-8DA060B6B77F}" presName="sibTransNodeCircle" presStyleLbl="alignNode1" presStyleIdx="4" presStyleCnt="7">
        <dgm:presLayoutVars>
          <dgm:chMax val="0"/>
          <dgm:bulletEnabled/>
        </dgm:presLayoutVars>
      </dgm:prSet>
      <dgm:spPr/>
    </dgm:pt>
    <dgm:pt modelId="{E13A0D97-8708-43B9-BB4D-0CFB5714E0BE}" type="pres">
      <dgm:prSet presAssocID="{E3B6559A-F0C7-4800-8CCA-8DA060B6B77F}" presName="spacerBetweenCircleAndCallout" presStyleCnt="0">
        <dgm:presLayoutVars/>
      </dgm:prSet>
      <dgm:spPr/>
    </dgm:pt>
    <dgm:pt modelId="{8A765F72-9102-4986-8131-3D3E50F19917}" type="pres">
      <dgm:prSet presAssocID="{A4E98EC9-F3EF-4489-9FE2-1534CC4008F4}" presName="nodeText" presStyleLbl="alignAccFollowNode1" presStyleIdx="14" presStyleCnt="21">
        <dgm:presLayoutVars>
          <dgm:bulletEnabled val="1"/>
        </dgm:presLayoutVars>
      </dgm:prSet>
      <dgm:spPr/>
    </dgm:pt>
    <dgm:pt modelId="{C01FF0DD-D90F-4B52-9DFD-1A01FDB0F672}" type="pres">
      <dgm:prSet presAssocID="{E3B6559A-F0C7-4800-8CCA-8DA060B6B77F}" presName="sibTransComposite" presStyleCnt="0"/>
      <dgm:spPr/>
    </dgm:pt>
    <dgm:pt modelId="{5A481200-F9EC-44B3-8474-6AB947D20EB6}" type="pres">
      <dgm:prSet presAssocID="{2B8C5B55-AAB5-4AA7-9A42-1E02CD1DBF74}" presName="compositeNode" presStyleCnt="0"/>
      <dgm:spPr/>
    </dgm:pt>
    <dgm:pt modelId="{E1F4466F-8C62-43FF-BE5C-03CDC4317382}" type="pres">
      <dgm:prSet presAssocID="{2B8C5B55-AAB5-4AA7-9A42-1E02CD1DBF74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E067841E-881B-43FD-B13B-E6DF4744C659}" type="pres">
      <dgm:prSet presAssocID="{2B8C5B55-AAB5-4AA7-9A42-1E02CD1DBF74}" presName="parSh" presStyleCnt="0"/>
      <dgm:spPr/>
    </dgm:pt>
    <dgm:pt modelId="{53322B10-D6A7-4381-AE51-407F8BB5A5FC}" type="pres">
      <dgm:prSet presAssocID="{2B8C5B55-AAB5-4AA7-9A42-1E02CD1DBF74}" presName="lineNode" presStyleLbl="alignAccFollowNode1" presStyleIdx="15" presStyleCnt="21"/>
      <dgm:spPr/>
    </dgm:pt>
    <dgm:pt modelId="{F7DC545B-92BB-494B-A499-DA5F13572595}" type="pres">
      <dgm:prSet presAssocID="{2B8C5B55-AAB5-4AA7-9A42-1E02CD1DBF74}" presName="lineArrowNode" presStyleLbl="alignAccFollowNode1" presStyleIdx="16" presStyleCnt="21"/>
      <dgm:spPr/>
    </dgm:pt>
    <dgm:pt modelId="{AC9BEF51-9A9E-4D55-812C-32417041232A}" type="pres">
      <dgm:prSet presAssocID="{EF407E28-B3A7-4B7F-AA3F-3A34BC123110}" presName="sibTransNodeCircle" presStyleLbl="alignNode1" presStyleIdx="5" presStyleCnt="7">
        <dgm:presLayoutVars>
          <dgm:chMax val="0"/>
          <dgm:bulletEnabled/>
        </dgm:presLayoutVars>
      </dgm:prSet>
      <dgm:spPr/>
    </dgm:pt>
    <dgm:pt modelId="{06E74B0F-73F1-463B-95F7-B23122E9443E}" type="pres">
      <dgm:prSet presAssocID="{EF407E28-B3A7-4B7F-AA3F-3A34BC123110}" presName="spacerBetweenCircleAndCallout" presStyleCnt="0">
        <dgm:presLayoutVars/>
      </dgm:prSet>
      <dgm:spPr/>
    </dgm:pt>
    <dgm:pt modelId="{059EB262-A1A6-415F-A6D2-CD034C46FE10}" type="pres">
      <dgm:prSet presAssocID="{2B8C5B55-AAB5-4AA7-9A42-1E02CD1DBF74}" presName="nodeText" presStyleLbl="alignAccFollowNode1" presStyleIdx="17" presStyleCnt="21">
        <dgm:presLayoutVars>
          <dgm:bulletEnabled val="1"/>
        </dgm:presLayoutVars>
      </dgm:prSet>
      <dgm:spPr/>
    </dgm:pt>
    <dgm:pt modelId="{561BB49E-09D8-4FF5-9903-532D7D56F331}" type="pres">
      <dgm:prSet presAssocID="{EF407E28-B3A7-4B7F-AA3F-3A34BC123110}" presName="sibTransComposite" presStyleCnt="0"/>
      <dgm:spPr/>
    </dgm:pt>
    <dgm:pt modelId="{92960D98-6697-42F5-A6DF-850D1ADAB2B0}" type="pres">
      <dgm:prSet presAssocID="{0C209A08-4C73-4E73-BE51-4D20CB0566F0}" presName="compositeNode" presStyleCnt="0"/>
      <dgm:spPr/>
    </dgm:pt>
    <dgm:pt modelId="{1251D31D-7035-43EF-B811-F7D3C6CAFD11}" type="pres">
      <dgm:prSet presAssocID="{0C209A08-4C73-4E73-BE51-4D20CB0566F0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4826C284-6A4C-463D-8110-4B6433A0C1F6}" type="pres">
      <dgm:prSet presAssocID="{0C209A08-4C73-4E73-BE51-4D20CB0566F0}" presName="parSh" presStyleCnt="0"/>
      <dgm:spPr/>
    </dgm:pt>
    <dgm:pt modelId="{ECDB7FF1-B173-4A40-9EAC-459F63171DB2}" type="pres">
      <dgm:prSet presAssocID="{0C209A08-4C73-4E73-BE51-4D20CB0566F0}" presName="lineNode" presStyleLbl="alignAccFollowNode1" presStyleIdx="18" presStyleCnt="21"/>
      <dgm:spPr/>
    </dgm:pt>
    <dgm:pt modelId="{21DCCEEC-AECB-41C8-9A91-D3937F21E7DB}" type="pres">
      <dgm:prSet presAssocID="{0C209A08-4C73-4E73-BE51-4D20CB0566F0}" presName="lineArrowNode" presStyleLbl="alignAccFollowNode1" presStyleIdx="19" presStyleCnt="21"/>
      <dgm:spPr/>
    </dgm:pt>
    <dgm:pt modelId="{7F23F52B-B5D1-40D8-B507-563B0AFB1B96}" type="pres">
      <dgm:prSet presAssocID="{65805E33-C2F1-483F-A172-061EA6983063}" presName="sibTransNodeCircle" presStyleLbl="alignNode1" presStyleIdx="6" presStyleCnt="7">
        <dgm:presLayoutVars>
          <dgm:chMax val="0"/>
          <dgm:bulletEnabled/>
        </dgm:presLayoutVars>
      </dgm:prSet>
      <dgm:spPr/>
    </dgm:pt>
    <dgm:pt modelId="{B5039CA1-B25A-4ABF-B1DB-B12A9216C9E3}" type="pres">
      <dgm:prSet presAssocID="{65805E33-C2F1-483F-A172-061EA6983063}" presName="spacerBetweenCircleAndCallout" presStyleCnt="0">
        <dgm:presLayoutVars/>
      </dgm:prSet>
      <dgm:spPr/>
    </dgm:pt>
    <dgm:pt modelId="{3BD717FA-A4BC-47B2-8C2B-95F8399D6D0B}" type="pres">
      <dgm:prSet presAssocID="{0C209A08-4C73-4E73-BE51-4D20CB0566F0}" presName="nodeText" presStyleLbl="alignAccFollowNode1" presStyleIdx="20" presStyleCnt="21">
        <dgm:presLayoutVars>
          <dgm:bulletEnabled val="1"/>
        </dgm:presLayoutVars>
      </dgm:prSet>
      <dgm:spPr/>
    </dgm:pt>
  </dgm:ptLst>
  <dgm:cxnLst>
    <dgm:cxn modelId="{36431F0B-2366-42D4-8CDB-C0864715DC6E}" srcId="{CEBC2664-AE51-4C4E-9C9F-ABB72A389B8F}" destId="{6A71269D-F28E-4F36-B3C0-E75EC89C5C65}" srcOrd="3" destOrd="0" parTransId="{182264BD-4340-4237-AF26-912C34CE0E30}" sibTransId="{3C84D760-8B6E-4450-8055-4D3086887FF1}"/>
    <dgm:cxn modelId="{13926418-8CD8-4F73-8FE6-964F646493A5}" type="presOf" srcId="{3C84D760-8B6E-4450-8055-4D3086887FF1}" destId="{806041E4-1FEC-4C3B-878D-8E44ED8388B3}" srcOrd="0" destOrd="0" presId="urn:microsoft.com/office/officeart/2016/7/layout/LinearArrowProcessNumbered"/>
    <dgm:cxn modelId="{E1D8BC19-645D-4AF0-B158-0CB8166C9C2D}" type="presOf" srcId="{3163FDBA-74AA-4B01-B975-1DFBF819AC6B}" destId="{3C99F11D-A6B0-4823-904F-F4AB664CA2F0}" srcOrd="0" destOrd="0" presId="urn:microsoft.com/office/officeart/2016/7/layout/LinearArrowProcessNumbered"/>
    <dgm:cxn modelId="{FF98DF32-5B17-4490-91AD-BF53E71AE4C2}" type="presOf" srcId="{CEBC2664-AE51-4C4E-9C9F-ABB72A389B8F}" destId="{D6A9A6A4-46B8-41E2-9FCA-648CC5CD8527}" srcOrd="0" destOrd="0" presId="urn:microsoft.com/office/officeart/2016/7/layout/LinearArrowProcessNumbered"/>
    <dgm:cxn modelId="{34D3C43B-B773-43EE-8EC7-B8146616FE45}" type="presOf" srcId="{1E2A0086-3830-4E17-B1D0-BE318F6A2FBB}" destId="{1D32BC0A-9B31-4232-88CA-3B81B558FD6A}" srcOrd="0" destOrd="0" presId="urn:microsoft.com/office/officeart/2016/7/layout/LinearArrowProcessNumbered"/>
    <dgm:cxn modelId="{03B09840-C2BE-40A3-B63E-9C80700C880A}" srcId="{CEBC2664-AE51-4C4E-9C9F-ABB72A389B8F}" destId="{3163FDBA-74AA-4B01-B975-1DFBF819AC6B}" srcOrd="2" destOrd="0" parTransId="{EB79375C-C210-4687-9F75-6A6504447A71}" sibTransId="{1E2A0086-3830-4E17-B1D0-BE318F6A2FBB}"/>
    <dgm:cxn modelId="{B483F55B-01A6-46A2-8287-A6938A361281}" srcId="{CEBC2664-AE51-4C4E-9C9F-ABB72A389B8F}" destId="{2DD1CD73-D1AB-4DAC-9EBF-6CFC4FCB7536}" srcOrd="1" destOrd="0" parTransId="{6420F69F-25CB-4906-886F-ED37C56BE9D2}" sibTransId="{B1E1CC79-0DEC-44C5-A483-691A4D67F3C4}"/>
    <dgm:cxn modelId="{8643E15D-52F7-43EB-90BA-D139DCC1FDEF}" type="presOf" srcId="{65805E33-C2F1-483F-A172-061EA6983063}" destId="{7F23F52B-B5D1-40D8-B507-563B0AFB1B96}" srcOrd="0" destOrd="0" presId="urn:microsoft.com/office/officeart/2016/7/layout/LinearArrowProcessNumbered"/>
    <dgm:cxn modelId="{14967766-2294-4DB5-A660-663D3027F08B}" srcId="{CEBC2664-AE51-4C4E-9C9F-ABB72A389B8F}" destId="{C1581508-DCD7-4976-8EDE-71F42ABCBEA1}" srcOrd="0" destOrd="0" parTransId="{87C7588F-3607-4B5A-B70F-B1D0B7A74C79}" sibTransId="{A19F21B8-D01E-4342-A7E2-B976749D09D3}"/>
    <dgm:cxn modelId="{FF12584D-3340-4702-A175-ED7741640CAD}" type="presOf" srcId="{A4E98EC9-F3EF-4489-9FE2-1534CC4008F4}" destId="{8A765F72-9102-4986-8131-3D3E50F19917}" srcOrd="0" destOrd="0" presId="urn:microsoft.com/office/officeart/2016/7/layout/LinearArrowProcessNumbered"/>
    <dgm:cxn modelId="{A34BBA52-E6F8-4B20-AAF9-F776C80C585A}" type="presOf" srcId="{6A71269D-F28E-4F36-B3C0-E75EC89C5C65}" destId="{4EF99534-DF9E-4190-90CF-BA15981ACC68}" srcOrd="0" destOrd="0" presId="urn:microsoft.com/office/officeart/2016/7/layout/LinearArrowProcessNumbered"/>
    <dgm:cxn modelId="{B05A5773-1028-4650-8230-CD1A4B69DAFF}" type="presOf" srcId="{2DD1CD73-D1AB-4DAC-9EBF-6CFC4FCB7536}" destId="{1A5BB883-199E-458C-8CAC-19BD631FC642}" srcOrd="0" destOrd="0" presId="urn:microsoft.com/office/officeart/2016/7/layout/LinearArrowProcessNumbered"/>
    <dgm:cxn modelId="{57237A87-0A73-475C-83D3-9E10B4EFE5D7}" type="presOf" srcId="{EF407E28-B3A7-4B7F-AA3F-3A34BC123110}" destId="{AC9BEF51-9A9E-4D55-812C-32417041232A}" srcOrd="0" destOrd="0" presId="urn:microsoft.com/office/officeart/2016/7/layout/LinearArrowProcessNumbered"/>
    <dgm:cxn modelId="{98FF2F98-8428-47D0-A5CF-0C1D34236E13}" type="presOf" srcId="{B1E1CC79-0DEC-44C5-A483-691A4D67F3C4}" destId="{166E5D46-0CDC-47D7-87C0-2B1BC79934DD}" srcOrd="0" destOrd="0" presId="urn:microsoft.com/office/officeart/2016/7/layout/LinearArrowProcessNumbered"/>
    <dgm:cxn modelId="{F72C4BA8-630E-484B-BFE0-799DAFEE52BF}" srcId="{CEBC2664-AE51-4C4E-9C9F-ABB72A389B8F}" destId="{2B8C5B55-AAB5-4AA7-9A42-1E02CD1DBF74}" srcOrd="5" destOrd="0" parTransId="{FE384CE9-3731-41AA-B8C8-3E37E40D8632}" sibTransId="{EF407E28-B3A7-4B7F-AA3F-3A34BC123110}"/>
    <dgm:cxn modelId="{E58452AA-F0DC-4314-A138-85338346F4E5}" srcId="{CEBC2664-AE51-4C4E-9C9F-ABB72A389B8F}" destId="{0C209A08-4C73-4E73-BE51-4D20CB0566F0}" srcOrd="6" destOrd="0" parTransId="{C9412B9A-F190-4B94-BD3E-F6557F474159}" sibTransId="{65805E33-C2F1-483F-A172-061EA6983063}"/>
    <dgm:cxn modelId="{2C3278AF-CC4C-4923-9FCA-7E22BADEB095}" type="presOf" srcId="{0C209A08-4C73-4E73-BE51-4D20CB0566F0}" destId="{3BD717FA-A4BC-47B2-8C2B-95F8399D6D0B}" srcOrd="0" destOrd="0" presId="urn:microsoft.com/office/officeart/2016/7/layout/LinearArrowProcessNumbered"/>
    <dgm:cxn modelId="{8E8E08B9-63B1-4883-B928-2A9D3E6B6FBB}" type="presOf" srcId="{C1581508-DCD7-4976-8EDE-71F42ABCBEA1}" destId="{ECB8C957-3388-431C-A035-EA5AEE16A75C}" srcOrd="0" destOrd="0" presId="urn:microsoft.com/office/officeart/2016/7/layout/LinearArrowProcessNumbered"/>
    <dgm:cxn modelId="{D4E3AEB9-2B24-4317-B45D-65FFF75857A8}" srcId="{CEBC2664-AE51-4C4E-9C9F-ABB72A389B8F}" destId="{A4E98EC9-F3EF-4489-9FE2-1534CC4008F4}" srcOrd="4" destOrd="0" parTransId="{21770F97-AB9E-4C5C-B4E0-DC3F98D9C21E}" sibTransId="{E3B6559A-F0C7-4800-8CCA-8DA060B6B77F}"/>
    <dgm:cxn modelId="{D64AC9C1-23EB-49D7-BFB3-B6C400E13C7B}" type="presOf" srcId="{E3B6559A-F0C7-4800-8CCA-8DA060B6B77F}" destId="{707B55E6-DDC4-4898-BDD3-29E378F80EAE}" srcOrd="0" destOrd="0" presId="urn:microsoft.com/office/officeart/2016/7/layout/LinearArrowProcessNumbered"/>
    <dgm:cxn modelId="{645B9CD8-2A90-4674-8D93-E0C6E3DBB90C}" type="presOf" srcId="{A19F21B8-D01E-4342-A7E2-B976749D09D3}" destId="{D4F906EB-6086-4322-B031-7D83161AA805}" srcOrd="0" destOrd="0" presId="urn:microsoft.com/office/officeart/2016/7/layout/LinearArrowProcessNumbered"/>
    <dgm:cxn modelId="{D03953DA-B6EB-46A8-9B67-C61777DF85BF}" type="presOf" srcId="{2B8C5B55-AAB5-4AA7-9A42-1E02CD1DBF74}" destId="{059EB262-A1A6-415F-A6D2-CD034C46FE10}" srcOrd="0" destOrd="0" presId="urn:microsoft.com/office/officeart/2016/7/layout/LinearArrowProcessNumbered"/>
    <dgm:cxn modelId="{86EA8AEA-381E-470D-A706-76F69BDB174B}" type="presParOf" srcId="{D6A9A6A4-46B8-41E2-9FCA-648CC5CD8527}" destId="{6171EA8B-AD5D-4987-A278-66D5EFA1EF53}" srcOrd="0" destOrd="0" presId="urn:microsoft.com/office/officeart/2016/7/layout/LinearArrowProcessNumbered"/>
    <dgm:cxn modelId="{4C9B8332-6E00-4C68-B416-F60516BBEEE4}" type="presParOf" srcId="{6171EA8B-AD5D-4987-A278-66D5EFA1EF53}" destId="{4A9AB220-CFFE-472F-B70A-F96F2D775775}" srcOrd="0" destOrd="0" presId="urn:microsoft.com/office/officeart/2016/7/layout/LinearArrowProcessNumbered"/>
    <dgm:cxn modelId="{5E414EC4-4486-49B5-8393-0C8C7F16D9D7}" type="presParOf" srcId="{6171EA8B-AD5D-4987-A278-66D5EFA1EF53}" destId="{FDE7E6D2-EC64-44E7-AC51-4774C2AEA191}" srcOrd="1" destOrd="0" presId="urn:microsoft.com/office/officeart/2016/7/layout/LinearArrowProcessNumbered"/>
    <dgm:cxn modelId="{632A04CF-F0BC-4FEC-9284-6CB86B4ED794}" type="presParOf" srcId="{FDE7E6D2-EC64-44E7-AC51-4774C2AEA191}" destId="{A0860DA4-E7A2-43B7-9595-E4DF0FD86355}" srcOrd="0" destOrd="0" presId="urn:microsoft.com/office/officeart/2016/7/layout/LinearArrowProcessNumbered"/>
    <dgm:cxn modelId="{0F9AAEF3-27A5-4612-8CE6-381AA205A4DD}" type="presParOf" srcId="{FDE7E6D2-EC64-44E7-AC51-4774C2AEA191}" destId="{B8DC2813-BCF0-4D08-8AA5-A0BCFAF85B9D}" srcOrd="1" destOrd="0" presId="urn:microsoft.com/office/officeart/2016/7/layout/LinearArrowProcessNumbered"/>
    <dgm:cxn modelId="{DDFBD73B-01F8-465A-8D9F-A36AC3BF3B11}" type="presParOf" srcId="{FDE7E6D2-EC64-44E7-AC51-4774C2AEA191}" destId="{D4F906EB-6086-4322-B031-7D83161AA805}" srcOrd="2" destOrd="0" presId="urn:microsoft.com/office/officeart/2016/7/layout/LinearArrowProcessNumbered"/>
    <dgm:cxn modelId="{2AE17FA5-6374-47B3-A0C8-B858A0A6B4C9}" type="presParOf" srcId="{FDE7E6D2-EC64-44E7-AC51-4774C2AEA191}" destId="{C13405A5-957D-4751-A066-A5053E3CCB26}" srcOrd="3" destOrd="0" presId="urn:microsoft.com/office/officeart/2016/7/layout/LinearArrowProcessNumbered"/>
    <dgm:cxn modelId="{B27D29DA-FE66-4F2E-8110-07B697322D06}" type="presParOf" srcId="{6171EA8B-AD5D-4987-A278-66D5EFA1EF53}" destId="{ECB8C957-3388-431C-A035-EA5AEE16A75C}" srcOrd="2" destOrd="0" presId="urn:microsoft.com/office/officeart/2016/7/layout/LinearArrowProcessNumbered"/>
    <dgm:cxn modelId="{E055500D-F7CD-4136-8E0A-21C6BD3B0CA9}" type="presParOf" srcId="{D6A9A6A4-46B8-41E2-9FCA-648CC5CD8527}" destId="{EEAB2A54-49BB-4B14-B393-99E79821D0AE}" srcOrd="1" destOrd="0" presId="urn:microsoft.com/office/officeart/2016/7/layout/LinearArrowProcessNumbered"/>
    <dgm:cxn modelId="{FD8362F1-BB71-4A71-9B08-CD54F2398151}" type="presParOf" srcId="{D6A9A6A4-46B8-41E2-9FCA-648CC5CD8527}" destId="{2ECB74A9-BA3A-4AE6-8113-DC35533E2244}" srcOrd="2" destOrd="0" presId="urn:microsoft.com/office/officeart/2016/7/layout/LinearArrowProcessNumbered"/>
    <dgm:cxn modelId="{2442DE5C-5DB4-439E-ABC4-0D840857C7B6}" type="presParOf" srcId="{2ECB74A9-BA3A-4AE6-8113-DC35533E2244}" destId="{AD162F3D-3C7C-4A66-9B80-B0A8B2DCBF6D}" srcOrd="0" destOrd="0" presId="urn:microsoft.com/office/officeart/2016/7/layout/LinearArrowProcessNumbered"/>
    <dgm:cxn modelId="{0819A6F6-CFDF-48F5-B64A-4E149469FCA1}" type="presParOf" srcId="{2ECB74A9-BA3A-4AE6-8113-DC35533E2244}" destId="{27C9AAD1-4F22-4C98-BA1C-326CDB08070B}" srcOrd="1" destOrd="0" presId="urn:microsoft.com/office/officeart/2016/7/layout/LinearArrowProcessNumbered"/>
    <dgm:cxn modelId="{9BAF1460-75ED-47E9-A985-9C29BEABA170}" type="presParOf" srcId="{27C9AAD1-4F22-4C98-BA1C-326CDB08070B}" destId="{016D1468-437F-4DE0-9CEF-39F209EB1A81}" srcOrd="0" destOrd="0" presId="urn:microsoft.com/office/officeart/2016/7/layout/LinearArrowProcessNumbered"/>
    <dgm:cxn modelId="{E310A0B5-2E6F-4277-86F6-E05B0B31AF54}" type="presParOf" srcId="{27C9AAD1-4F22-4C98-BA1C-326CDB08070B}" destId="{2A69220E-3577-43BF-8143-B65851AFEAA6}" srcOrd="1" destOrd="0" presId="urn:microsoft.com/office/officeart/2016/7/layout/LinearArrowProcessNumbered"/>
    <dgm:cxn modelId="{7DC83D96-CE4E-4B07-A3FD-B95EC03D378F}" type="presParOf" srcId="{27C9AAD1-4F22-4C98-BA1C-326CDB08070B}" destId="{166E5D46-0CDC-47D7-87C0-2B1BC79934DD}" srcOrd="2" destOrd="0" presId="urn:microsoft.com/office/officeart/2016/7/layout/LinearArrowProcessNumbered"/>
    <dgm:cxn modelId="{A9D038CA-DE48-48F2-8756-7AC58241B475}" type="presParOf" srcId="{27C9AAD1-4F22-4C98-BA1C-326CDB08070B}" destId="{8A1890A6-E0A5-480B-A4BC-BF0757FEA123}" srcOrd="3" destOrd="0" presId="urn:microsoft.com/office/officeart/2016/7/layout/LinearArrowProcessNumbered"/>
    <dgm:cxn modelId="{7D505FF9-1128-4084-9FB3-D21F5CB2245B}" type="presParOf" srcId="{2ECB74A9-BA3A-4AE6-8113-DC35533E2244}" destId="{1A5BB883-199E-458C-8CAC-19BD631FC642}" srcOrd="2" destOrd="0" presId="urn:microsoft.com/office/officeart/2016/7/layout/LinearArrowProcessNumbered"/>
    <dgm:cxn modelId="{32A554D7-90F0-4639-ACE7-C8216944B2FC}" type="presParOf" srcId="{D6A9A6A4-46B8-41E2-9FCA-648CC5CD8527}" destId="{88870E59-90BB-4CEF-8797-40724A6ECBF4}" srcOrd="3" destOrd="0" presId="urn:microsoft.com/office/officeart/2016/7/layout/LinearArrowProcessNumbered"/>
    <dgm:cxn modelId="{7F667813-F658-4DA7-B414-A9E27E0DEC36}" type="presParOf" srcId="{D6A9A6A4-46B8-41E2-9FCA-648CC5CD8527}" destId="{00B34650-0DBB-4B3E-98C9-04EEF57C452A}" srcOrd="4" destOrd="0" presId="urn:microsoft.com/office/officeart/2016/7/layout/LinearArrowProcessNumbered"/>
    <dgm:cxn modelId="{BF1D0573-83B1-481D-AB00-347034C6B313}" type="presParOf" srcId="{00B34650-0DBB-4B3E-98C9-04EEF57C452A}" destId="{DD7B29FE-9DC1-44D0-B032-5D3179345ECE}" srcOrd="0" destOrd="0" presId="urn:microsoft.com/office/officeart/2016/7/layout/LinearArrowProcessNumbered"/>
    <dgm:cxn modelId="{3DD197AA-E9BF-4357-BEEA-520562457A2F}" type="presParOf" srcId="{00B34650-0DBB-4B3E-98C9-04EEF57C452A}" destId="{0C7F07F1-99BC-4DE4-BFAD-6D281002D5EF}" srcOrd="1" destOrd="0" presId="urn:microsoft.com/office/officeart/2016/7/layout/LinearArrowProcessNumbered"/>
    <dgm:cxn modelId="{EB878EF5-02F7-434E-B7FB-61FF62C586DA}" type="presParOf" srcId="{0C7F07F1-99BC-4DE4-BFAD-6D281002D5EF}" destId="{153BD553-1D65-43BC-A3AD-194D858EFD47}" srcOrd="0" destOrd="0" presId="urn:microsoft.com/office/officeart/2016/7/layout/LinearArrowProcessNumbered"/>
    <dgm:cxn modelId="{92231F4E-48FD-489A-96F5-1038F878107C}" type="presParOf" srcId="{0C7F07F1-99BC-4DE4-BFAD-6D281002D5EF}" destId="{DFD4C8F0-9E2A-46EA-8821-98C2DCC21EB0}" srcOrd="1" destOrd="0" presId="urn:microsoft.com/office/officeart/2016/7/layout/LinearArrowProcessNumbered"/>
    <dgm:cxn modelId="{C1F82728-F8DF-448C-8DA1-0F905D1D1FEF}" type="presParOf" srcId="{0C7F07F1-99BC-4DE4-BFAD-6D281002D5EF}" destId="{1D32BC0A-9B31-4232-88CA-3B81B558FD6A}" srcOrd="2" destOrd="0" presId="urn:microsoft.com/office/officeart/2016/7/layout/LinearArrowProcessNumbered"/>
    <dgm:cxn modelId="{0BA21541-0C2B-4441-B05A-4BA83FED17EF}" type="presParOf" srcId="{0C7F07F1-99BC-4DE4-BFAD-6D281002D5EF}" destId="{F3952790-0BCD-48F6-9D27-2A3516E03CEF}" srcOrd="3" destOrd="0" presId="urn:microsoft.com/office/officeart/2016/7/layout/LinearArrowProcessNumbered"/>
    <dgm:cxn modelId="{D0D11C27-C78A-47EE-80F2-0E6E94E737BE}" type="presParOf" srcId="{00B34650-0DBB-4B3E-98C9-04EEF57C452A}" destId="{3C99F11D-A6B0-4823-904F-F4AB664CA2F0}" srcOrd="2" destOrd="0" presId="urn:microsoft.com/office/officeart/2016/7/layout/LinearArrowProcessNumbered"/>
    <dgm:cxn modelId="{C6590246-980F-4574-BC9E-990A8B1F2542}" type="presParOf" srcId="{D6A9A6A4-46B8-41E2-9FCA-648CC5CD8527}" destId="{ECC1415E-2008-4A58-BD93-BE0A3D4C1FBB}" srcOrd="5" destOrd="0" presId="urn:microsoft.com/office/officeart/2016/7/layout/LinearArrowProcessNumbered"/>
    <dgm:cxn modelId="{73CDC838-CEEA-4795-BD89-CA8A56CBFAEC}" type="presParOf" srcId="{D6A9A6A4-46B8-41E2-9FCA-648CC5CD8527}" destId="{A0A60462-E11D-4274-BCCC-4D3D7CA4E55E}" srcOrd="6" destOrd="0" presId="urn:microsoft.com/office/officeart/2016/7/layout/LinearArrowProcessNumbered"/>
    <dgm:cxn modelId="{2B3323D8-5B82-4BE2-981D-757B408D1E56}" type="presParOf" srcId="{A0A60462-E11D-4274-BCCC-4D3D7CA4E55E}" destId="{7107F4A2-E206-4116-8BA8-796F45AC9E3C}" srcOrd="0" destOrd="0" presId="urn:microsoft.com/office/officeart/2016/7/layout/LinearArrowProcessNumbered"/>
    <dgm:cxn modelId="{E7A206D8-4D48-4CB5-8961-D7D023E33556}" type="presParOf" srcId="{A0A60462-E11D-4274-BCCC-4D3D7CA4E55E}" destId="{74EE9EAC-8118-4764-8FAF-BD96988B3201}" srcOrd="1" destOrd="0" presId="urn:microsoft.com/office/officeart/2016/7/layout/LinearArrowProcessNumbered"/>
    <dgm:cxn modelId="{26D475DE-A3FE-4161-889F-06EFE54BAD70}" type="presParOf" srcId="{74EE9EAC-8118-4764-8FAF-BD96988B3201}" destId="{C53CB742-BAB1-4F03-B77A-A7186F57818A}" srcOrd="0" destOrd="0" presId="urn:microsoft.com/office/officeart/2016/7/layout/LinearArrowProcessNumbered"/>
    <dgm:cxn modelId="{B8DC4152-0E5D-47FD-A1D4-67281FD3B661}" type="presParOf" srcId="{74EE9EAC-8118-4764-8FAF-BD96988B3201}" destId="{F777E59D-473E-464F-B13F-665123CD43B0}" srcOrd="1" destOrd="0" presId="urn:microsoft.com/office/officeart/2016/7/layout/LinearArrowProcessNumbered"/>
    <dgm:cxn modelId="{227D9BC7-5CAB-4CB6-B6BE-B83F3FD27A29}" type="presParOf" srcId="{74EE9EAC-8118-4764-8FAF-BD96988B3201}" destId="{806041E4-1FEC-4C3B-878D-8E44ED8388B3}" srcOrd="2" destOrd="0" presId="urn:microsoft.com/office/officeart/2016/7/layout/LinearArrowProcessNumbered"/>
    <dgm:cxn modelId="{AAE0F5F9-A442-4F34-BB11-CAB35A5F7695}" type="presParOf" srcId="{74EE9EAC-8118-4764-8FAF-BD96988B3201}" destId="{BCA44FB7-3EC8-41D7-860D-B7FD31181EDF}" srcOrd="3" destOrd="0" presId="urn:microsoft.com/office/officeart/2016/7/layout/LinearArrowProcessNumbered"/>
    <dgm:cxn modelId="{8FE6C710-3818-40B2-B42D-8596D7DB4C16}" type="presParOf" srcId="{A0A60462-E11D-4274-BCCC-4D3D7CA4E55E}" destId="{4EF99534-DF9E-4190-90CF-BA15981ACC68}" srcOrd="2" destOrd="0" presId="urn:microsoft.com/office/officeart/2016/7/layout/LinearArrowProcessNumbered"/>
    <dgm:cxn modelId="{AF0C5535-48B9-45CE-AE33-E618EC0911BE}" type="presParOf" srcId="{D6A9A6A4-46B8-41E2-9FCA-648CC5CD8527}" destId="{E5BC0040-6E13-4DAC-BCC0-C2BB4B4F44B7}" srcOrd="7" destOrd="0" presId="urn:microsoft.com/office/officeart/2016/7/layout/LinearArrowProcessNumbered"/>
    <dgm:cxn modelId="{85F5F7FC-4F9B-4F37-85D6-C9389AD10C0D}" type="presParOf" srcId="{D6A9A6A4-46B8-41E2-9FCA-648CC5CD8527}" destId="{C9025F7E-4B8B-4B95-9B73-E8DA4E747017}" srcOrd="8" destOrd="0" presId="urn:microsoft.com/office/officeart/2016/7/layout/LinearArrowProcessNumbered"/>
    <dgm:cxn modelId="{1E0EC0C2-9BF7-474C-9CC3-C5BEFFF5C21E}" type="presParOf" srcId="{C9025F7E-4B8B-4B95-9B73-E8DA4E747017}" destId="{D3B6D018-1BFA-46D7-8E68-F3D0276F7F39}" srcOrd="0" destOrd="0" presId="urn:microsoft.com/office/officeart/2016/7/layout/LinearArrowProcessNumbered"/>
    <dgm:cxn modelId="{C31071EB-A7C6-4660-AB54-65AE645A3E9E}" type="presParOf" srcId="{C9025F7E-4B8B-4B95-9B73-E8DA4E747017}" destId="{44680288-C4A4-44B3-B40F-FAC67A2FD518}" srcOrd="1" destOrd="0" presId="urn:microsoft.com/office/officeart/2016/7/layout/LinearArrowProcessNumbered"/>
    <dgm:cxn modelId="{232EA83D-6CF5-4E99-8D00-3577DA3622A6}" type="presParOf" srcId="{44680288-C4A4-44B3-B40F-FAC67A2FD518}" destId="{79365C3B-5395-4CF0-9F8F-82A6FAA8A26D}" srcOrd="0" destOrd="0" presId="urn:microsoft.com/office/officeart/2016/7/layout/LinearArrowProcessNumbered"/>
    <dgm:cxn modelId="{A3962045-23E5-41E8-A2A2-301BF9958A78}" type="presParOf" srcId="{44680288-C4A4-44B3-B40F-FAC67A2FD518}" destId="{A75A2BC4-E193-4D41-B34D-98ABDAF8B140}" srcOrd="1" destOrd="0" presId="urn:microsoft.com/office/officeart/2016/7/layout/LinearArrowProcessNumbered"/>
    <dgm:cxn modelId="{913DDDA7-433B-4F48-A330-B2285FA764D9}" type="presParOf" srcId="{44680288-C4A4-44B3-B40F-FAC67A2FD518}" destId="{707B55E6-DDC4-4898-BDD3-29E378F80EAE}" srcOrd="2" destOrd="0" presId="urn:microsoft.com/office/officeart/2016/7/layout/LinearArrowProcessNumbered"/>
    <dgm:cxn modelId="{0E1A25FA-1956-4CA8-9235-79B5B1A0FCC7}" type="presParOf" srcId="{44680288-C4A4-44B3-B40F-FAC67A2FD518}" destId="{E13A0D97-8708-43B9-BB4D-0CFB5714E0BE}" srcOrd="3" destOrd="0" presId="urn:microsoft.com/office/officeart/2016/7/layout/LinearArrowProcessNumbered"/>
    <dgm:cxn modelId="{2404F895-BF9B-45FE-8B42-6F3CE5EE042D}" type="presParOf" srcId="{C9025F7E-4B8B-4B95-9B73-E8DA4E747017}" destId="{8A765F72-9102-4986-8131-3D3E50F19917}" srcOrd="2" destOrd="0" presId="urn:microsoft.com/office/officeart/2016/7/layout/LinearArrowProcessNumbered"/>
    <dgm:cxn modelId="{90DB4158-B6E4-4061-B3E3-555E3AE1CC26}" type="presParOf" srcId="{D6A9A6A4-46B8-41E2-9FCA-648CC5CD8527}" destId="{C01FF0DD-D90F-4B52-9DFD-1A01FDB0F672}" srcOrd="9" destOrd="0" presId="urn:microsoft.com/office/officeart/2016/7/layout/LinearArrowProcessNumbered"/>
    <dgm:cxn modelId="{8A8D41C4-EA06-49F0-AC45-6E97D928328C}" type="presParOf" srcId="{D6A9A6A4-46B8-41E2-9FCA-648CC5CD8527}" destId="{5A481200-F9EC-44B3-8474-6AB947D20EB6}" srcOrd="10" destOrd="0" presId="urn:microsoft.com/office/officeart/2016/7/layout/LinearArrowProcessNumbered"/>
    <dgm:cxn modelId="{B61A3BE4-97F7-4CAC-8AAF-ECA77DAE6F1D}" type="presParOf" srcId="{5A481200-F9EC-44B3-8474-6AB947D20EB6}" destId="{E1F4466F-8C62-43FF-BE5C-03CDC4317382}" srcOrd="0" destOrd="0" presId="urn:microsoft.com/office/officeart/2016/7/layout/LinearArrowProcessNumbered"/>
    <dgm:cxn modelId="{9E2FE186-0CAD-4EE3-AB60-EEA77AA5FF0E}" type="presParOf" srcId="{5A481200-F9EC-44B3-8474-6AB947D20EB6}" destId="{E067841E-881B-43FD-B13B-E6DF4744C659}" srcOrd="1" destOrd="0" presId="urn:microsoft.com/office/officeart/2016/7/layout/LinearArrowProcessNumbered"/>
    <dgm:cxn modelId="{4422AAD3-FCAF-426B-B7CD-458E2F825B47}" type="presParOf" srcId="{E067841E-881B-43FD-B13B-E6DF4744C659}" destId="{53322B10-D6A7-4381-AE51-407F8BB5A5FC}" srcOrd="0" destOrd="0" presId="urn:microsoft.com/office/officeart/2016/7/layout/LinearArrowProcessNumbered"/>
    <dgm:cxn modelId="{F18E1206-73B7-4E46-84A1-AEC2846F98BD}" type="presParOf" srcId="{E067841E-881B-43FD-B13B-E6DF4744C659}" destId="{F7DC545B-92BB-494B-A499-DA5F13572595}" srcOrd="1" destOrd="0" presId="urn:microsoft.com/office/officeart/2016/7/layout/LinearArrowProcessNumbered"/>
    <dgm:cxn modelId="{B399D8C4-5909-4611-9978-F1095A47E44B}" type="presParOf" srcId="{E067841E-881B-43FD-B13B-E6DF4744C659}" destId="{AC9BEF51-9A9E-4D55-812C-32417041232A}" srcOrd="2" destOrd="0" presId="urn:microsoft.com/office/officeart/2016/7/layout/LinearArrowProcessNumbered"/>
    <dgm:cxn modelId="{E3D7CA9E-35DA-420A-9F63-BA764FF0A100}" type="presParOf" srcId="{E067841E-881B-43FD-B13B-E6DF4744C659}" destId="{06E74B0F-73F1-463B-95F7-B23122E9443E}" srcOrd="3" destOrd="0" presId="urn:microsoft.com/office/officeart/2016/7/layout/LinearArrowProcessNumbered"/>
    <dgm:cxn modelId="{4A617A32-0DC8-4381-9AB8-5EF93A09609F}" type="presParOf" srcId="{5A481200-F9EC-44B3-8474-6AB947D20EB6}" destId="{059EB262-A1A6-415F-A6D2-CD034C46FE10}" srcOrd="2" destOrd="0" presId="urn:microsoft.com/office/officeart/2016/7/layout/LinearArrowProcessNumbered"/>
    <dgm:cxn modelId="{615E6EA4-B766-4673-A5F4-849066DAF4D6}" type="presParOf" srcId="{D6A9A6A4-46B8-41E2-9FCA-648CC5CD8527}" destId="{561BB49E-09D8-4FF5-9903-532D7D56F331}" srcOrd="11" destOrd="0" presId="urn:microsoft.com/office/officeart/2016/7/layout/LinearArrowProcessNumbered"/>
    <dgm:cxn modelId="{0C8788F4-4C4B-4738-AA86-B7AF5CE202B1}" type="presParOf" srcId="{D6A9A6A4-46B8-41E2-9FCA-648CC5CD8527}" destId="{92960D98-6697-42F5-A6DF-850D1ADAB2B0}" srcOrd="12" destOrd="0" presId="urn:microsoft.com/office/officeart/2016/7/layout/LinearArrowProcessNumbered"/>
    <dgm:cxn modelId="{EC8F761C-BCC9-4E3E-BAF9-1FA5FC3EC8C0}" type="presParOf" srcId="{92960D98-6697-42F5-A6DF-850D1ADAB2B0}" destId="{1251D31D-7035-43EF-B811-F7D3C6CAFD11}" srcOrd="0" destOrd="0" presId="urn:microsoft.com/office/officeart/2016/7/layout/LinearArrowProcessNumbered"/>
    <dgm:cxn modelId="{4C94616B-2CC4-41F7-AA09-6A85952377CA}" type="presParOf" srcId="{92960D98-6697-42F5-A6DF-850D1ADAB2B0}" destId="{4826C284-6A4C-463D-8110-4B6433A0C1F6}" srcOrd="1" destOrd="0" presId="urn:microsoft.com/office/officeart/2016/7/layout/LinearArrowProcessNumbered"/>
    <dgm:cxn modelId="{354408DB-CBF5-486D-9411-C3D6724C5CD2}" type="presParOf" srcId="{4826C284-6A4C-463D-8110-4B6433A0C1F6}" destId="{ECDB7FF1-B173-4A40-9EAC-459F63171DB2}" srcOrd="0" destOrd="0" presId="urn:microsoft.com/office/officeart/2016/7/layout/LinearArrowProcessNumbered"/>
    <dgm:cxn modelId="{1070C099-4654-4F6D-A770-6D1981CD37EF}" type="presParOf" srcId="{4826C284-6A4C-463D-8110-4B6433A0C1F6}" destId="{21DCCEEC-AECB-41C8-9A91-D3937F21E7DB}" srcOrd="1" destOrd="0" presId="urn:microsoft.com/office/officeart/2016/7/layout/LinearArrowProcessNumbered"/>
    <dgm:cxn modelId="{3F8A4942-2EE0-4AC2-BD0B-F1EC6C21F4D3}" type="presParOf" srcId="{4826C284-6A4C-463D-8110-4B6433A0C1F6}" destId="{7F23F52B-B5D1-40D8-B507-563B0AFB1B96}" srcOrd="2" destOrd="0" presId="urn:microsoft.com/office/officeart/2016/7/layout/LinearArrowProcessNumbered"/>
    <dgm:cxn modelId="{1EF44440-A587-47A9-BC70-9D48AF4E881B}" type="presParOf" srcId="{4826C284-6A4C-463D-8110-4B6433A0C1F6}" destId="{B5039CA1-B25A-4ABF-B1DB-B12A9216C9E3}" srcOrd="3" destOrd="0" presId="urn:microsoft.com/office/officeart/2016/7/layout/LinearArrowProcessNumbered"/>
    <dgm:cxn modelId="{3CAC584C-D61A-44CB-B00A-76B9858F8211}" type="presParOf" srcId="{92960D98-6697-42F5-A6DF-850D1ADAB2B0}" destId="{3BD717FA-A4BC-47B2-8C2B-95F8399D6D0B}" srcOrd="2" destOrd="0" presId="urn:microsoft.com/office/officeart/2016/7/layout/LinearArrow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9EE844-732C-4C3D-B649-8CF643DE5198}">
      <dsp:nvSpPr>
        <dsp:cNvPr id="0" name=""/>
        <dsp:cNvSpPr/>
      </dsp:nvSpPr>
      <dsp:spPr>
        <a:xfrm>
          <a:off x="0" y="411912"/>
          <a:ext cx="2887252" cy="183340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FA68320-6C74-440E-8B11-64FC2D17B620}">
      <dsp:nvSpPr>
        <dsp:cNvPr id="0" name=""/>
        <dsp:cNvSpPr/>
      </dsp:nvSpPr>
      <dsp:spPr>
        <a:xfrm>
          <a:off x="320805" y="716678"/>
          <a:ext cx="2887252" cy="183340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1400" b="1" kern="1200" dirty="0"/>
            <a:t>Register:</a:t>
          </a:r>
          <a:r>
            <a:rPr lang="en-PK" sz="1400" kern="1200" dirty="0"/>
            <a:t> password → </a:t>
          </a:r>
          <a:r>
            <a:rPr lang="en-PK" sz="1400" kern="1200" dirty="0" err="1"/>
            <a:t>bcrypt</a:t>
          </a:r>
          <a:r>
            <a:rPr lang="en-PK" sz="1400" kern="1200" dirty="0"/>
            <a:t> hash (10 rounds) → stored → JWT signed and returned</a:t>
          </a:r>
          <a:endParaRPr lang="en-US" sz="1400" kern="1200" dirty="0"/>
        </a:p>
      </dsp:txBody>
      <dsp:txXfrm>
        <a:off x="374504" y="770377"/>
        <a:ext cx="2779854" cy="1726007"/>
      </dsp:txXfrm>
    </dsp:sp>
    <dsp:sp modelId="{23E662E1-144A-487A-9101-8893E7022D08}">
      <dsp:nvSpPr>
        <dsp:cNvPr id="0" name=""/>
        <dsp:cNvSpPr/>
      </dsp:nvSpPr>
      <dsp:spPr>
        <a:xfrm>
          <a:off x="3528863" y="411912"/>
          <a:ext cx="2887252" cy="183340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61DD395-25A9-45FF-8097-A064114DFC93}">
      <dsp:nvSpPr>
        <dsp:cNvPr id="0" name=""/>
        <dsp:cNvSpPr/>
      </dsp:nvSpPr>
      <dsp:spPr>
        <a:xfrm>
          <a:off x="3849669" y="716678"/>
          <a:ext cx="2887252" cy="183340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1400" b="1" kern="1200"/>
            <a:t>Login:</a:t>
          </a:r>
          <a:r>
            <a:rPr lang="en-PK" sz="1400" kern="1200"/>
            <a:t> bcrypt.compare against stored hash → JWT signed and returned</a:t>
          </a:r>
          <a:br>
            <a:rPr lang="en-PK" sz="1400" kern="1200"/>
          </a:br>
          <a:r>
            <a:rPr lang="en-PK" sz="1400" b="1" kern="1200"/>
            <a:t>Every protected request:</a:t>
          </a:r>
          <a:r>
            <a:rPr lang="en-PK" sz="1400" kern="1200"/>
            <a:t> Authorization: Bearer &lt;token&gt; → verified server-side on every call, no session state stored</a:t>
          </a:r>
          <a:endParaRPr lang="en-US" sz="1400" kern="1200"/>
        </a:p>
      </dsp:txBody>
      <dsp:txXfrm>
        <a:off x="3903368" y="770377"/>
        <a:ext cx="2779854" cy="1726007"/>
      </dsp:txXfrm>
    </dsp:sp>
    <dsp:sp modelId="{89CEB2B2-F463-4690-9BBA-FE30AD2640AD}">
      <dsp:nvSpPr>
        <dsp:cNvPr id="0" name=""/>
        <dsp:cNvSpPr/>
      </dsp:nvSpPr>
      <dsp:spPr>
        <a:xfrm>
          <a:off x="7057727" y="411912"/>
          <a:ext cx="2887252" cy="183340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5D019FF-659D-432D-9757-726ED231FBBC}">
      <dsp:nvSpPr>
        <dsp:cNvPr id="0" name=""/>
        <dsp:cNvSpPr/>
      </dsp:nvSpPr>
      <dsp:spPr>
        <a:xfrm>
          <a:off x="7378533" y="716678"/>
          <a:ext cx="2887252" cy="183340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1400" b="1" kern="1200"/>
            <a:t>Forgot/Reset Password:</a:t>
          </a:r>
          <a:r>
            <a:rPr lang="en-PK" sz="1400" kern="1200"/>
            <a:t> crypto-random token, hashed before storage, 30-minute expiry</a:t>
          </a:r>
          <a:br>
            <a:rPr lang="en-PK" sz="1400" kern="1200"/>
          </a:br>
          <a:endParaRPr lang="en-US" sz="1400" kern="1200"/>
        </a:p>
      </dsp:txBody>
      <dsp:txXfrm>
        <a:off x="7432232" y="770377"/>
        <a:ext cx="2779854" cy="172600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8847E8-C20B-4D4F-B319-35C8D1369729}">
      <dsp:nvSpPr>
        <dsp:cNvPr id="0" name=""/>
        <dsp:cNvSpPr/>
      </dsp:nvSpPr>
      <dsp:spPr>
        <a:xfrm>
          <a:off x="0" y="0"/>
          <a:ext cx="5260803" cy="94766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1600" kern="1200"/>
            <a:t>Passwords hashed with bcrypt </a:t>
          </a:r>
          <a:r>
            <a:rPr lang="en-US" sz="1600" kern="1200"/>
            <a:t>-&gt;</a:t>
          </a:r>
          <a:r>
            <a:rPr lang="en-PK" sz="1600" kern="1200"/>
            <a:t> plaintext never touches the database</a:t>
          </a:r>
          <a:endParaRPr lang="en-US" sz="1600" kern="1200"/>
        </a:p>
      </dsp:txBody>
      <dsp:txXfrm>
        <a:off x="27756" y="27756"/>
        <a:ext cx="4127327" cy="892148"/>
      </dsp:txXfrm>
    </dsp:sp>
    <dsp:sp modelId="{8CBBEE0E-1FDA-4225-9CDC-090A4AC11894}">
      <dsp:nvSpPr>
        <dsp:cNvPr id="0" name=""/>
        <dsp:cNvSpPr/>
      </dsp:nvSpPr>
      <dsp:spPr>
        <a:xfrm>
          <a:off x="392852" y="1079279"/>
          <a:ext cx="5260803" cy="94766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223432"/>
                <a:satOff val="-4791"/>
                <a:lumOff val="-1863"/>
                <a:alphaOff val="0"/>
                <a:tint val="96000"/>
                <a:lumMod val="104000"/>
              </a:schemeClr>
            </a:gs>
            <a:gs pos="100000">
              <a:schemeClr val="accent2">
                <a:hueOff val="223432"/>
                <a:satOff val="-4791"/>
                <a:lumOff val="-1863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1600" kern="1200"/>
            <a:t>JWT secret generated via crypto.randomBytes, stored only in </a:t>
          </a:r>
          <a:r>
            <a:rPr lang="en-US" sz="1600" kern="1200"/>
            <a:t>environment variables; never commited</a:t>
          </a:r>
        </a:p>
      </dsp:txBody>
      <dsp:txXfrm>
        <a:off x="420608" y="1107035"/>
        <a:ext cx="4196459" cy="892148"/>
      </dsp:txXfrm>
    </dsp:sp>
    <dsp:sp modelId="{5C662D39-20A3-4735-BFDF-30517A7EAB60}">
      <dsp:nvSpPr>
        <dsp:cNvPr id="0" name=""/>
        <dsp:cNvSpPr/>
      </dsp:nvSpPr>
      <dsp:spPr>
        <a:xfrm>
          <a:off x="785704" y="2158559"/>
          <a:ext cx="5260803" cy="94766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446864"/>
                <a:satOff val="-9581"/>
                <a:lumOff val="-3726"/>
                <a:alphaOff val="0"/>
                <a:tint val="96000"/>
                <a:lumMod val="104000"/>
              </a:schemeClr>
            </a:gs>
            <a:gs pos="100000">
              <a:schemeClr val="accent2">
                <a:hueOff val="446864"/>
                <a:satOff val="-9581"/>
                <a:lumOff val="-3726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1600" kern="1200"/>
            <a:t>Server-side validation on every write endpoint, independent of client-side</a:t>
          </a:r>
          <a:endParaRPr lang="en-US" sz="1600" kern="1200"/>
        </a:p>
      </dsp:txBody>
      <dsp:txXfrm>
        <a:off x="813460" y="2186315"/>
        <a:ext cx="4196459" cy="892148"/>
      </dsp:txXfrm>
    </dsp:sp>
    <dsp:sp modelId="{E403DA50-E35D-45F9-AA3E-9DAFB225F29E}">
      <dsp:nvSpPr>
        <dsp:cNvPr id="0" name=""/>
        <dsp:cNvSpPr/>
      </dsp:nvSpPr>
      <dsp:spPr>
        <a:xfrm>
          <a:off x="1178556" y="3237839"/>
          <a:ext cx="5260803" cy="94766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670295"/>
                <a:satOff val="-14372"/>
                <a:lumOff val="-5588"/>
                <a:alphaOff val="0"/>
                <a:tint val="96000"/>
                <a:lumMod val="104000"/>
              </a:schemeClr>
            </a:gs>
            <a:gs pos="100000">
              <a:schemeClr val="accent2">
                <a:hueOff val="670295"/>
                <a:satOff val="-14372"/>
                <a:lumOff val="-5588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1600" kern="1200"/>
            <a:t>Admin routes require both a valid token and an explicit role check</a:t>
          </a:r>
          <a:endParaRPr lang="en-US" sz="1600" kern="1200"/>
        </a:p>
      </dsp:txBody>
      <dsp:txXfrm>
        <a:off x="1206312" y="3265595"/>
        <a:ext cx="4196459" cy="892148"/>
      </dsp:txXfrm>
    </dsp:sp>
    <dsp:sp modelId="{834A3C1C-3055-416A-AFAF-260AAF22E699}">
      <dsp:nvSpPr>
        <dsp:cNvPr id="0" name=""/>
        <dsp:cNvSpPr/>
      </dsp:nvSpPr>
      <dsp:spPr>
        <a:xfrm>
          <a:off x="1571408" y="4317118"/>
          <a:ext cx="5260803" cy="94766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893727"/>
                <a:satOff val="-19162"/>
                <a:lumOff val="-7451"/>
                <a:alphaOff val="0"/>
                <a:tint val="96000"/>
                <a:lumMod val="104000"/>
              </a:schemeClr>
            </a:gs>
            <a:gs pos="100000">
              <a:schemeClr val="accent2">
                <a:hueOff val="893727"/>
                <a:satOff val="-19162"/>
                <a:lumOff val="-7451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1600" kern="1200"/>
            <a:t>CORS restricted to an explicit origin allow-list, not wildcarded</a:t>
          </a:r>
          <a:endParaRPr lang="en-US" sz="1600" kern="1200"/>
        </a:p>
      </dsp:txBody>
      <dsp:txXfrm>
        <a:off x="1599164" y="4344874"/>
        <a:ext cx="4196459" cy="892148"/>
      </dsp:txXfrm>
    </dsp:sp>
    <dsp:sp modelId="{D23C6080-672E-44C1-8B52-B8321A4EFD65}">
      <dsp:nvSpPr>
        <dsp:cNvPr id="0" name=""/>
        <dsp:cNvSpPr/>
      </dsp:nvSpPr>
      <dsp:spPr>
        <a:xfrm>
          <a:off x="4644824" y="692318"/>
          <a:ext cx="615979" cy="615979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4783419" y="692318"/>
        <a:ext cx="338789" cy="463524"/>
      </dsp:txXfrm>
    </dsp:sp>
    <dsp:sp modelId="{0EB72312-C5F0-40C3-9838-1E4B12097533}">
      <dsp:nvSpPr>
        <dsp:cNvPr id="0" name=""/>
        <dsp:cNvSpPr/>
      </dsp:nvSpPr>
      <dsp:spPr>
        <a:xfrm>
          <a:off x="5037676" y="1771598"/>
          <a:ext cx="615979" cy="615979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257813"/>
            <a:satOff val="-6542"/>
            <a:lumOff val="-776"/>
            <a:alphaOff val="0"/>
          </a:schemeClr>
        </a:solidFill>
        <a:ln w="9525" cap="rnd" cmpd="sng" algn="ctr">
          <a:solidFill>
            <a:schemeClr val="accent2">
              <a:tint val="40000"/>
              <a:alpha val="90000"/>
              <a:hueOff val="257813"/>
              <a:satOff val="-6542"/>
              <a:lumOff val="-776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5176271" y="1771598"/>
        <a:ext cx="338789" cy="463524"/>
      </dsp:txXfrm>
    </dsp:sp>
    <dsp:sp modelId="{84BEAEB6-4E86-4740-A7CB-F6FB6E29E310}">
      <dsp:nvSpPr>
        <dsp:cNvPr id="0" name=""/>
        <dsp:cNvSpPr/>
      </dsp:nvSpPr>
      <dsp:spPr>
        <a:xfrm>
          <a:off x="5430528" y="2835083"/>
          <a:ext cx="615979" cy="615979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515627"/>
            <a:satOff val="-13085"/>
            <a:lumOff val="-1552"/>
            <a:alphaOff val="0"/>
          </a:schemeClr>
        </a:solidFill>
        <a:ln w="9525" cap="rnd" cmpd="sng" algn="ctr">
          <a:solidFill>
            <a:schemeClr val="accent2">
              <a:tint val="40000"/>
              <a:alpha val="90000"/>
              <a:hueOff val="515627"/>
              <a:satOff val="-13085"/>
              <a:lumOff val="-1552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5569123" y="2835083"/>
        <a:ext cx="338789" cy="463524"/>
      </dsp:txXfrm>
    </dsp:sp>
    <dsp:sp modelId="{65CC6DAC-770E-4967-980D-54B8FD024A53}">
      <dsp:nvSpPr>
        <dsp:cNvPr id="0" name=""/>
        <dsp:cNvSpPr/>
      </dsp:nvSpPr>
      <dsp:spPr>
        <a:xfrm>
          <a:off x="5823380" y="3924892"/>
          <a:ext cx="615979" cy="615979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773440"/>
            <a:satOff val="-19627"/>
            <a:lumOff val="-2328"/>
            <a:alphaOff val="0"/>
          </a:schemeClr>
        </a:solidFill>
        <a:ln w="9525" cap="rnd" cmpd="sng" algn="ctr">
          <a:solidFill>
            <a:schemeClr val="accent2">
              <a:tint val="40000"/>
              <a:alpha val="90000"/>
              <a:hueOff val="773440"/>
              <a:satOff val="-19627"/>
              <a:lumOff val="-2328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5961975" y="3924892"/>
        <a:ext cx="338789" cy="46352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860DA4-E7A2-43B7-9595-E4DF0FD86355}">
      <dsp:nvSpPr>
        <dsp:cNvPr id="0" name=""/>
        <dsp:cNvSpPr/>
      </dsp:nvSpPr>
      <dsp:spPr>
        <a:xfrm>
          <a:off x="647418" y="761355"/>
          <a:ext cx="509431" cy="71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DC2813-BCF0-4D08-8AA5-A0BCFAF85B9D}">
      <dsp:nvSpPr>
        <dsp:cNvPr id="0" name=""/>
        <dsp:cNvSpPr/>
      </dsp:nvSpPr>
      <dsp:spPr>
        <a:xfrm>
          <a:off x="1187416" y="718557"/>
          <a:ext cx="58584" cy="110116"/>
        </a:xfrm>
        <a:prstGeom prst="chevron">
          <a:avLst>
            <a:gd name="adj" fmla="val 90000"/>
          </a:avLst>
        </a:prstGeom>
        <a:solidFill>
          <a:schemeClr val="accent2">
            <a:tint val="40000"/>
            <a:alpha val="90000"/>
            <a:hueOff val="38672"/>
            <a:satOff val="-981"/>
            <a:lumOff val="-116"/>
            <a:alphaOff val="0"/>
          </a:schemeClr>
        </a:solidFill>
        <a:ln w="9525" cap="rnd" cmpd="sng" algn="ctr">
          <a:solidFill>
            <a:schemeClr val="accent2">
              <a:tint val="40000"/>
              <a:alpha val="90000"/>
              <a:hueOff val="38672"/>
              <a:satOff val="-981"/>
              <a:lumOff val="-116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4F906EB-6086-4322-B031-7D83161AA805}">
      <dsp:nvSpPr>
        <dsp:cNvPr id="0" name=""/>
        <dsp:cNvSpPr/>
      </dsp:nvSpPr>
      <dsp:spPr>
        <a:xfrm>
          <a:off x="360581" y="538233"/>
          <a:ext cx="446315" cy="446315"/>
        </a:xfrm>
        <a:prstGeom prst="ellips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 w="95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320" tIns="17320" rIns="17320" bIns="1732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1</a:t>
          </a:r>
        </a:p>
      </dsp:txBody>
      <dsp:txXfrm>
        <a:off x="425942" y="603594"/>
        <a:ext cx="315593" cy="315593"/>
      </dsp:txXfrm>
    </dsp:sp>
    <dsp:sp modelId="{ECB8C957-3388-431C-A035-EA5AEE16A75C}">
      <dsp:nvSpPr>
        <dsp:cNvPr id="0" name=""/>
        <dsp:cNvSpPr/>
      </dsp:nvSpPr>
      <dsp:spPr>
        <a:xfrm>
          <a:off x="10628" y="1150128"/>
          <a:ext cx="1146221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2">
            <a:tint val="40000"/>
            <a:alpha val="90000"/>
            <a:hueOff val="77344"/>
            <a:satOff val="-1963"/>
            <a:lumOff val="-233"/>
            <a:alphaOff val="0"/>
          </a:schemeClr>
        </a:solidFill>
        <a:ln w="9525" cap="rnd" cmpd="sng" algn="ctr">
          <a:solidFill>
            <a:schemeClr val="accent2">
              <a:tint val="40000"/>
              <a:alpha val="90000"/>
              <a:hueOff val="77344"/>
              <a:satOff val="-1963"/>
              <a:lumOff val="-233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415" tIns="165100" rIns="90415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1100" kern="1200"/>
            <a:t>registration/login/password-reset edge cases </a:t>
          </a:r>
          <a:endParaRPr lang="en-US" sz="1100" kern="1200"/>
        </a:p>
      </dsp:txBody>
      <dsp:txXfrm>
        <a:off x="10628" y="1379372"/>
        <a:ext cx="1146221" cy="1736356"/>
      </dsp:txXfrm>
    </dsp:sp>
    <dsp:sp modelId="{016D1468-437F-4DE0-9CEF-39F209EB1A81}">
      <dsp:nvSpPr>
        <dsp:cNvPr id="0" name=""/>
        <dsp:cNvSpPr/>
      </dsp:nvSpPr>
      <dsp:spPr>
        <a:xfrm>
          <a:off x="1284208" y="761340"/>
          <a:ext cx="1146221" cy="71"/>
        </a:xfrm>
        <a:prstGeom prst="rect">
          <a:avLst/>
        </a:prstGeom>
        <a:solidFill>
          <a:schemeClr val="accent2">
            <a:tint val="40000"/>
            <a:alpha val="90000"/>
            <a:hueOff val="116016"/>
            <a:satOff val="-2944"/>
            <a:lumOff val="-349"/>
            <a:alphaOff val="0"/>
          </a:schemeClr>
        </a:solidFill>
        <a:ln w="9525" cap="rnd" cmpd="sng" algn="ctr">
          <a:solidFill>
            <a:schemeClr val="accent2">
              <a:tint val="40000"/>
              <a:alpha val="90000"/>
              <a:hueOff val="116016"/>
              <a:satOff val="-2944"/>
              <a:lumOff val="-349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69220E-3577-43BF-8143-B65851AFEAA6}">
      <dsp:nvSpPr>
        <dsp:cNvPr id="0" name=""/>
        <dsp:cNvSpPr/>
      </dsp:nvSpPr>
      <dsp:spPr>
        <a:xfrm>
          <a:off x="2460996" y="718542"/>
          <a:ext cx="58584" cy="110137"/>
        </a:xfrm>
        <a:prstGeom prst="chevron">
          <a:avLst>
            <a:gd name="adj" fmla="val 90000"/>
          </a:avLst>
        </a:prstGeom>
        <a:solidFill>
          <a:schemeClr val="accent2">
            <a:tint val="40000"/>
            <a:alpha val="90000"/>
            <a:hueOff val="154688"/>
            <a:satOff val="-3925"/>
            <a:lumOff val="-466"/>
            <a:alphaOff val="0"/>
          </a:schemeClr>
        </a:solidFill>
        <a:ln w="9525" cap="rnd" cmpd="sng" algn="ctr">
          <a:solidFill>
            <a:schemeClr val="accent2">
              <a:tint val="40000"/>
              <a:alpha val="90000"/>
              <a:hueOff val="154688"/>
              <a:satOff val="-3925"/>
              <a:lumOff val="-466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66E5D46-0CDC-47D7-87C0-2B1BC79934DD}">
      <dsp:nvSpPr>
        <dsp:cNvPr id="0" name=""/>
        <dsp:cNvSpPr/>
      </dsp:nvSpPr>
      <dsp:spPr>
        <a:xfrm>
          <a:off x="1634161" y="538218"/>
          <a:ext cx="446315" cy="446315"/>
        </a:xfrm>
        <a:prstGeom prst="ellipse">
          <a:avLst/>
        </a:prstGeom>
        <a:gradFill rotWithShape="0">
          <a:gsLst>
            <a:gs pos="0">
              <a:schemeClr val="accent2">
                <a:hueOff val="148955"/>
                <a:satOff val="-3194"/>
                <a:lumOff val="-1242"/>
                <a:alphaOff val="0"/>
                <a:tint val="96000"/>
                <a:lumMod val="104000"/>
              </a:schemeClr>
            </a:gs>
            <a:gs pos="100000">
              <a:schemeClr val="accent2">
                <a:hueOff val="148955"/>
                <a:satOff val="-3194"/>
                <a:lumOff val="-1242"/>
                <a:alphaOff val="0"/>
                <a:shade val="98000"/>
                <a:lumMod val="94000"/>
              </a:schemeClr>
            </a:gs>
          </a:gsLst>
          <a:lin ang="5400000" scaled="0"/>
        </a:gradFill>
        <a:ln w="9525" cap="rnd" cmpd="sng" algn="ctr">
          <a:solidFill>
            <a:schemeClr val="accent2">
              <a:hueOff val="148955"/>
              <a:satOff val="-3194"/>
              <a:lumOff val="-1242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320" tIns="17320" rIns="17320" bIns="1732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2</a:t>
          </a:r>
        </a:p>
      </dsp:txBody>
      <dsp:txXfrm>
        <a:off x="1699522" y="603579"/>
        <a:ext cx="315593" cy="315593"/>
      </dsp:txXfrm>
    </dsp:sp>
    <dsp:sp modelId="{1A5BB883-199E-458C-8CAC-19BD631FC642}">
      <dsp:nvSpPr>
        <dsp:cNvPr id="0" name=""/>
        <dsp:cNvSpPr/>
      </dsp:nvSpPr>
      <dsp:spPr>
        <a:xfrm>
          <a:off x="1284208" y="1150128"/>
          <a:ext cx="1146221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2">
            <a:tint val="40000"/>
            <a:alpha val="90000"/>
            <a:hueOff val="193360"/>
            <a:satOff val="-4907"/>
            <a:lumOff val="-582"/>
            <a:alphaOff val="0"/>
          </a:schemeClr>
        </a:solidFill>
        <a:ln w="9525" cap="rnd" cmpd="sng" algn="ctr">
          <a:solidFill>
            <a:schemeClr val="accent2">
              <a:tint val="40000"/>
              <a:alpha val="90000"/>
              <a:hueOff val="193360"/>
              <a:satOff val="-4907"/>
              <a:lumOff val="-582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415" tIns="165100" rIns="90415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1100" kern="1200"/>
            <a:t>admin authorization boundaries </a:t>
          </a:r>
          <a:endParaRPr lang="en-US" sz="1100" kern="1200"/>
        </a:p>
      </dsp:txBody>
      <dsp:txXfrm>
        <a:off x="1284208" y="1379372"/>
        <a:ext cx="1146221" cy="1736356"/>
      </dsp:txXfrm>
    </dsp:sp>
    <dsp:sp modelId="{153BD553-1D65-43BC-A3AD-194D858EFD47}">
      <dsp:nvSpPr>
        <dsp:cNvPr id="0" name=""/>
        <dsp:cNvSpPr/>
      </dsp:nvSpPr>
      <dsp:spPr>
        <a:xfrm>
          <a:off x="2557788" y="761336"/>
          <a:ext cx="1146221" cy="71"/>
        </a:xfrm>
        <a:prstGeom prst="rect">
          <a:avLst/>
        </a:prstGeom>
        <a:solidFill>
          <a:schemeClr val="accent2">
            <a:tint val="40000"/>
            <a:alpha val="90000"/>
            <a:hueOff val="232032"/>
            <a:satOff val="-5888"/>
            <a:lumOff val="-698"/>
            <a:alphaOff val="0"/>
          </a:schemeClr>
        </a:solidFill>
        <a:ln w="9525" cap="rnd" cmpd="sng" algn="ctr">
          <a:solidFill>
            <a:schemeClr val="accent2">
              <a:tint val="40000"/>
              <a:alpha val="90000"/>
              <a:hueOff val="232032"/>
              <a:satOff val="-5888"/>
              <a:lumOff val="-698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FD4C8F0-9E2A-46EA-8821-98C2DCC21EB0}">
      <dsp:nvSpPr>
        <dsp:cNvPr id="0" name=""/>
        <dsp:cNvSpPr/>
      </dsp:nvSpPr>
      <dsp:spPr>
        <a:xfrm>
          <a:off x="3734575" y="718537"/>
          <a:ext cx="58584" cy="110142"/>
        </a:xfrm>
        <a:prstGeom prst="chevron">
          <a:avLst>
            <a:gd name="adj" fmla="val 90000"/>
          </a:avLst>
        </a:prstGeom>
        <a:solidFill>
          <a:schemeClr val="accent2">
            <a:tint val="40000"/>
            <a:alpha val="90000"/>
            <a:hueOff val="270704"/>
            <a:satOff val="-6869"/>
            <a:lumOff val="-815"/>
            <a:alphaOff val="0"/>
          </a:schemeClr>
        </a:solidFill>
        <a:ln w="9525" cap="rnd" cmpd="sng" algn="ctr">
          <a:solidFill>
            <a:schemeClr val="accent2">
              <a:tint val="40000"/>
              <a:alpha val="90000"/>
              <a:hueOff val="270704"/>
              <a:satOff val="-6869"/>
              <a:lumOff val="-815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32BC0A-9B31-4232-88CA-3B81B558FD6A}">
      <dsp:nvSpPr>
        <dsp:cNvPr id="0" name=""/>
        <dsp:cNvSpPr/>
      </dsp:nvSpPr>
      <dsp:spPr>
        <a:xfrm>
          <a:off x="2907741" y="538214"/>
          <a:ext cx="446315" cy="446315"/>
        </a:xfrm>
        <a:prstGeom prst="ellipse">
          <a:avLst/>
        </a:prstGeom>
        <a:gradFill rotWithShape="0">
          <a:gsLst>
            <a:gs pos="0">
              <a:schemeClr val="accent2">
                <a:hueOff val="297909"/>
                <a:satOff val="-6387"/>
                <a:lumOff val="-2484"/>
                <a:alphaOff val="0"/>
                <a:tint val="96000"/>
                <a:lumMod val="104000"/>
              </a:schemeClr>
            </a:gs>
            <a:gs pos="100000">
              <a:schemeClr val="accent2">
                <a:hueOff val="297909"/>
                <a:satOff val="-6387"/>
                <a:lumOff val="-2484"/>
                <a:alphaOff val="0"/>
                <a:shade val="98000"/>
                <a:lumMod val="94000"/>
              </a:schemeClr>
            </a:gs>
          </a:gsLst>
          <a:lin ang="5400000" scaled="0"/>
        </a:gradFill>
        <a:ln w="9525" cap="rnd" cmpd="sng" algn="ctr">
          <a:solidFill>
            <a:schemeClr val="accent2">
              <a:hueOff val="297909"/>
              <a:satOff val="-6387"/>
              <a:lumOff val="-2484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320" tIns="17320" rIns="17320" bIns="1732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3</a:t>
          </a:r>
        </a:p>
      </dsp:txBody>
      <dsp:txXfrm>
        <a:off x="2973102" y="603575"/>
        <a:ext cx="315593" cy="315593"/>
      </dsp:txXfrm>
    </dsp:sp>
    <dsp:sp modelId="{3C99F11D-A6B0-4823-904F-F4AB664CA2F0}">
      <dsp:nvSpPr>
        <dsp:cNvPr id="0" name=""/>
        <dsp:cNvSpPr/>
      </dsp:nvSpPr>
      <dsp:spPr>
        <a:xfrm>
          <a:off x="2557788" y="1150128"/>
          <a:ext cx="1146221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2">
            <a:tint val="40000"/>
            <a:alpha val="90000"/>
            <a:hueOff val="309376"/>
            <a:satOff val="-7851"/>
            <a:lumOff val="-931"/>
            <a:alphaOff val="0"/>
          </a:schemeClr>
        </a:solidFill>
        <a:ln w="9525" cap="rnd" cmpd="sng" algn="ctr">
          <a:solidFill>
            <a:schemeClr val="accent2">
              <a:tint val="40000"/>
              <a:alpha val="90000"/>
              <a:hueOff val="309376"/>
              <a:satOff val="-7851"/>
              <a:lumOff val="-931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415" tIns="165100" rIns="90415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1100" kern="1200"/>
            <a:t>cart referential-integrity edge cases (deleted products, stock limits) </a:t>
          </a:r>
          <a:endParaRPr lang="en-US" sz="1100" kern="1200"/>
        </a:p>
      </dsp:txBody>
      <dsp:txXfrm>
        <a:off x="2557788" y="1379372"/>
        <a:ext cx="1146221" cy="1736356"/>
      </dsp:txXfrm>
    </dsp:sp>
    <dsp:sp modelId="{C53CB742-BAB1-4F03-B77A-A7186F57818A}">
      <dsp:nvSpPr>
        <dsp:cNvPr id="0" name=""/>
        <dsp:cNvSpPr/>
      </dsp:nvSpPr>
      <dsp:spPr>
        <a:xfrm>
          <a:off x="3831367" y="761334"/>
          <a:ext cx="1146221" cy="71"/>
        </a:xfrm>
        <a:prstGeom prst="rect">
          <a:avLst/>
        </a:prstGeom>
        <a:solidFill>
          <a:schemeClr val="accent2">
            <a:tint val="40000"/>
            <a:alpha val="90000"/>
            <a:hueOff val="348048"/>
            <a:satOff val="-8832"/>
            <a:lumOff val="-1048"/>
            <a:alphaOff val="0"/>
          </a:schemeClr>
        </a:solidFill>
        <a:ln w="9525" cap="rnd" cmpd="sng" algn="ctr">
          <a:solidFill>
            <a:schemeClr val="accent2">
              <a:tint val="40000"/>
              <a:alpha val="90000"/>
              <a:hueOff val="348048"/>
              <a:satOff val="-8832"/>
              <a:lumOff val="-1048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777E59D-473E-464F-B13F-665123CD43B0}">
      <dsp:nvSpPr>
        <dsp:cNvPr id="0" name=""/>
        <dsp:cNvSpPr/>
      </dsp:nvSpPr>
      <dsp:spPr>
        <a:xfrm>
          <a:off x="5008155" y="718536"/>
          <a:ext cx="58584" cy="110144"/>
        </a:xfrm>
        <a:prstGeom prst="chevron">
          <a:avLst>
            <a:gd name="adj" fmla="val 90000"/>
          </a:avLst>
        </a:prstGeom>
        <a:solidFill>
          <a:schemeClr val="accent2">
            <a:tint val="40000"/>
            <a:alpha val="90000"/>
            <a:hueOff val="386720"/>
            <a:satOff val="-9813"/>
            <a:lumOff val="-1164"/>
            <a:alphaOff val="0"/>
          </a:schemeClr>
        </a:solidFill>
        <a:ln w="9525" cap="rnd" cmpd="sng" algn="ctr">
          <a:solidFill>
            <a:schemeClr val="accent2">
              <a:tint val="40000"/>
              <a:alpha val="90000"/>
              <a:hueOff val="386720"/>
              <a:satOff val="-9813"/>
              <a:lumOff val="-1164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06041E4-1FEC-4C3B-878D-8E44ED8388B3}">
      <dsp:nvSpPr>
        <dsp:cNvPr id="0" name=""/>
        <dsp:cNvSpPr/>
      </dsp:nvSpPr>
      <dsp:spPr>
        <a:xfrm>
          <a:off x="4181320" y="538212"/>
          <a:ext cx="446315" cy="446315"/>
        </a:xfrm>
        <a:prstGeom prst="ellipse">
          <a:avLst/>
        </a:prstGeom>
        <a:gradFill rotWithShape="0">
          <a:gsLst>
            <a:gs pos="0">
              <a:schemeClr val="accent2">
                <a:hueOff val="446864"/>
                <a:satOff val="-9581"/>
                <a:lumOff val="-3726"/>
                <a:alphaOff val="0"/>
                <a:tint val="96000"/>
                <a:lumMod val="104000"/>
              </a:schemeClr>
            </a:gs>
            <a:gs pos="100000">
              <a:schemeClr val="accent2">
                <a:hueOff val="446864"/>
                <a:satOff val="-9581"/>
                <a:lumOff val="-3726"/>
                <a:alphaOff val="0"/>
                <a:shade val="98000"/>
                <a:lumMod val="94000"/>
              </a:schemeClr>
            </a:gs>
          </a:gsLst>
          <a:lin ang="5400000" scaled="0"/>
        </a:gradFill>
        <a:ln w="9525" cap="rnd" cmpd="sng" algn="ctr">
          <a:solidFill>
            <a:schemeClr val="accent2">
              <a:hueOff val="446864"/>
              <a:satOff val="-9581"/>
              <a:lumOff val="-3726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320" tIns="17320" rIns="17320" bIns="1732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4</a:t>
          </a:r>
        </a:p>
      </dsp:txBody>
      <dsp:txXfrm>
        <a:off x="4246681" y="603573"/>
        <a:ext cx="315593" cy="315593"/>
      </dsp:txXfrm>
    </dsp:sp>
    <dsp:sp modelId="{4EF99534-DF9E-4190-90CF-BA15981ACC68}">
      <dsp:nvSpPr>
        <dsp:cNvPr id="0" name=""/>
        <dsp:cNvSpPr/>
      </dsp:nvSpPr>
      <dsp:spPr>
        <a:xfrm>
          <a:off x="3831367" y="1150128"/>
          <a:ext cx="1146221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2">
            <a:tint val="40000"/>
            <a:alpha val="90000"/>
            <a:hueOff val="425392"/>
            <a:satOff val="-10795"/>
            <a:lumOff val="-1280"/>
            <a:alphaOff val="0"/>
          </a:schemeClr>
        </a:solidFill>
        <a:ln w="9525" cap="rnd" cmpd="sng" algn="ctr">
          <a:solidFill>
            <a:schemeClr val="accent2">
              <a:tint val="40000"/>
              <a:alpha val="90000"/>
              <a:hueOff val="425392"/>
              <a:satOff val="-10795"/>
              <a:lumOff val="-128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415" tIns="165100" rIns="90415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1100" kern="1200"/>
            <a:t>·coupon validation · </a:t>
          </a:r>
          <a:endParaRPr lang="en-US" sz="1100" kern="1200"/>
        </a:p>
      </dsp:txBody>
      <dsp:txXfrm>
        <a:off x="3831367" y="1379372"/>
        <a:ext cx="1146221" cy="1736356"/>
      </dsp:txXfrm>
    </dsp:sp>
    <dsp:sp modelId="{79365C3B-5395-4CF0-9F8F-82A6FAA8A26D}">
      <dsp:nvSpPr>
        <dsp:cNvPr id="0" name=""/>
        <dsp:cNvSpPr/>
      </dsp:nvSpPr>
      <dsp:spPr>
        <a:xfrm>
          <a:off x="5104947" y="761334"/>
          <a:ext cx="1146221" cy="71"/>
        </a:xfrm>
        <a:prstGeom prst="rect">
          <a:avLst/>
        </a:prstGeom>
        <a:solidFill>
          <a:schemeClr val="accent2">
            <a:tint val="40000"/>
            <a:alpha val="90000"/>
            <a:hueOff val="464064"/>
            <a:satOff val="-11776"/>
            <a:lumOff val="-1397"/>
            <a:alphaOff val="0"/>
          </a:schemeClr>
        </a:solidFill>
        <a:ln w="9525" cap="rnd" cmpd="sng" algn="ctr">
          <a:solidFill>
            <a:schemeClr val="accent2">
              <a:tint val="40000"/>
              <a:alpha val="90000"/>
              <a:hueOff val="464064"/>
              <a:satOff val="-11776"/>
              <a:lumOff val="-1397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5A2BC4-E193-4D41-B34D-98ABDAF8B140}">
      <dsp:nvSpPr>
        <dsp:cNvPr id="0" name=""/>
        <dsp:cNvSpPr/>
      </dsp:nvSpPr>
      <dsp:spPr>
        <a:xfrm>
          <a:off x="6281735" y="718536"/>
          <a:ext cx="58584" cy="110144"/>
        </a:xfrm>
        <a:prstGeom prst="chevron">
          <a:avLst>
            <a:gd name="adj" fmla="val 90000"/>
          </a:avLst>
        </a:prstGeom>
        <a:solidFill>
          <a:schemeClr val="accent2">
            <a:tint val="40000"/>
            <a:alpha val="90000"/>
            <a:hueOff val="502736"/>
            <a:satOff val="-12758"/>
            <a:lumOff val="-1513"/>
            <a:alphaOff val="0"/>
          </a:schemeClr>
        </a:solidFill>
        <a:ln w="9525" cap="rnd" cmpd="sng" algn="ctr">
          <a:solidFill>
            <a:schemeClr val="accent2">
              <a:tint val="40000"/>
              <a:alpha val="90000"/>
              <a:hueOff val="502736"/>
              <a:satOff val="-12758"/>
              <a:lumOff val="-1513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7B55E6-DDC4-4898-BDD3-29E378F80EAE}">
      <dsp:nvSpPr>
        <dsp:cNvPr id="0" name=""/>
        <dsp:cNvSpPr/>
      </dsp:nvSpPr>
      <dsp:spPr>
        <a:xfrm>
          <a:off x="5454900" y="538212"/>
          <a:ext cx="446315" cy="446315"/>
        </a:xfrm>
        <a:prstGeom prst="ellipse">
          <a:avLst/>
        </a:prstGeom>
        <a:gradFill rotWithShape="0">
          <a:gsLst>
            <a:gs pos="0">
              <a:schemeClr val="accent2">
                <a:hueOff val="595818"/>
                <a:satOff val="-12775"/>
                <a:lumOff val="-4967"/>
                <a:alphaOff val="0"/>
                <a:tint val="96000"/>
                <a:lumMod val="104000"/>
              </a:schemeClr>
            </a:gs>
            <a:gs pos="100000">
              <a:schemeClr val="accent2">
                <a:hueOff val="595818"/>
                <a:satOff val="-12775"/>
                <a:lumOff val="-4967"/>
                <a:alphaOff val="0"/>
                <a:shade val="98000"/>
                <a:lumMod val="94000"/>
              </a:schemeClr>
            </a:gs>
          </a:gsLst>
          <a:lin ang="5400000" scaled="0"/>
        </a:gradFill>
        <a:ln w="9525" cap="rnd" cmpd="sng" algn="ctr">
          <a:solidFill>
            <a:schemeClr val="accent2">
              <a:hueOff val="595818"/>
              <a:satOff val="-12775"/>
              <a:lumOff val="-4967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320" tIns="17320" rIns="17320" bIns="1732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5</a:t>
          </a:r>
        </a:p>
      </dsp:txBody>
      <dsp:txXfrm>
        <a:off x="5520261" y="603573"/>
        <a:ext cx="315593" cy="315593"/>
      </dsp:txXfrm>
    </dsp:sp>
    <dsp:sp modelId="{8A765F72-9102-4986-8131-3D3E50F19917}">
      <dsp:nvSpPr>
        <dsp:cNvPr id="0" name=""/>
        <dsp:cNvSpPr/>
      </dsp:nvSpPr>
      <dsp:spPr>
        <a:xfrm>
          <a:off x="5104947" y="1150128"/>
          <a:ext cx="1146221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2">
            <a:tint val="40000"/>
            <a:alpha val="90000"/>
            <a:hueOff val="541408"/>
            <a:satOff val="-13739"/>
            <a:lumOff val="-1630"/>
            <a:alphaOff val="0"/>
          </a:schemeClr>
        </a:solidFill>
        <a:ln w="9525" cap="rnd" cmpd="sng" algn="ctr">
          <a:solidFill>
            <a:schemeClr val="accent2">
              <a:tint val="40000"/>
              <a:alpha val="90000"/>
              <a:hueOff val="541408"/>
              <a:satOff val="-13739"/>
              <a:lumOff val="-163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415" tIns="165100" rIns="90415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1100" kern="1200"/>
            <a:t>checkout on an empty cart </a:t>
          </a:r>
          <a:endParaRPr lang="en-US" sz="1100" kern="1200"/>
        </a:p>
      </dsp:txBody>
      <dsp:txXfrm>
        <a:off x="5104947" y="1379372"/>
        <a:ext cx="1146221" cy="1736356"/>
      </dsp:txXfrm>
    </dsp:sp>
    <dsp:sp modelId="{53322B10-D6A7-4381-AE51-407F8BB5A5FC}">
      <dsp:nvSpPr>
        <dsp:cNvPr id="0" name=""/>
        <dsp:cNvSpPr/>
      </dsp:nvSpPr>
      <dsp:spPr>
        <a:xfrm>
          <a:off x="6378527" y="761334"/>
          <a:ext cx="1146221" cy="72"/>
        </a:xfrm>
        <a:prstGeom prst="rect">
          <a:avLst/>
        </a:prstGeom>
        <a:solidFill>
          <a:schemeClr val="accent2">
            <a:tint val="40000"/>
            <a:alpha val="90000"/>
            <a:hueOff val="580080"/>
            <a:satOff val="-14720"/>
            <a:lumOff val="-1746"/>
            <a:alphaOff val="0"/>
          </a:schemeClr>
        </a:solidFill>
        <a:ln w="9525" cap="rnd" cmpd="sng" algn="ctr">
          <a:solidFill>
            <a:schemeClr val="accent2">
              <a:tint val="40000"/>
              <a:alpha val="90000"/>
              <a:hueOff val="580080"/>
              <a:satOff val="-14720"/>
              <a:lumOff val="-1746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7DC545B-92BB-494B-A499-DA5F13572595}">
      <dsp:nvSpPr>
        <dsp:cNvPr id="0" name=""/>
        <dsp:cNvSpPr/>
      </dsp:nvSpPr>
      <dsp:spPr>
        <a:xfrm>
          <a:off x="7555314" y="718536"/>
          <a:ext cx="58584" cy="110144"/>
        </a:xfrm>
        <a:prstGeom prst="chevron">
          <a:avLst>
            <a:gd name="adj" fmla="val 90000"/>
          </a:avLst>
        </a:prstGeom>
        <a:solidFill>
          <a:schemeClr val="accent2">
            <a:tint val="40000"/>
            <a:alpha val="90000"/>
            <a:hueOff val="618752"/>
            <a:satOff val="-15702"/>
            <a:lumOff val="-1862"/>
            <a:alphaOff val="0"/>
          </a:schemeClr>
        </a:solidFill>
        <a:ln w="9525" cap="rnd" cmpd="sng" algn="ctr">
          <a:solidFill>
            <a:schemeClr val="accent2">
              <a:tint val="40000"/>
              <a:alpha val="90000"/>
              <a:hueOff val="618752"/>
              <a:satOff val="-15702"/>
              <a:lumOff val="-1862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C9BEF51-9A9E-4D55-812C-32417041232A}">
      <dsp:nvSpPr>
        <dsp:cNvPr id="0" name=""/>
        <dsp:cNvSpPr/>
      </dsp:nvSpPr>
      <dsp:spPr>
        <a:xfrm>
          <a:off x="6728480" y="538212"/>
          <a:ext cx="446315" cy="446315"/>
        </a:xfrm>
        <a:prstGeom prst="ellipse">
          <a:avLst/>
        </a:prstGeom>
        <a:gradFill rotWithShape="0">
          <a:gsLst>
            <a:gs pos="0">
              <a:schemeClr val="accent2">
                <a:hueOff val="744773"/>
                <a:satOff val="-15968"/>
                <a:lumOff val="-6209"/>
                <a:alphaOff val="0"/>
                <a:tint val="96000"/>
                <a:lumMod val="104000"/>
              </a:schemeClr>
            </a:gs>
            <a:gs pos="100000">
              <a:schemeClr val="accent2">
                <a:hueOff val="744773"/>
                <a:satOff val="-15968"/>
                <a:lumOff val="-6209"/>
                <a:alphaOff val="0"/>
                <a:shade val="98000"/>
                <a:lumMod val="94000"/>
              </a:schemeClr>
            </a:gs>
          </a:gsLst>
          <a:lin ang="5400000" scaled="0"/>
        </a:gradFill>
        <a:ln w="9525" cap="rnd" cmpd="sng" algn="ctr">
          <a:solidFill>
            <a:schemeClr val="accent2">
              <a:hueOff val="744773"/>
              <a:satOff val="-15968"/>
              <a:lumOff val="-6209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320" tIns="17320" rIns="17320" bIns="1732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6</a:t>
          </a:r>
        </a:p>
      </dsp:txBody>
      <dsp:txXfrm>
        <a:off x="6793841" y="603573"/>
        <a:ext cx="315593" cy="315593"/>
      </dsp:txXfrm>
    </dsp:sp>
    <dsp:sp modelId="{059EB262-A1A6-415F-A6D2-CD034C46FE10}">
      <dsp:nvSpPr>
        <dsp:cNvPr id="0" name=""/>
        <dsp:cNvSpPr/>
      </dsp:nvSpPr>
      <dsp:spPr>
        <a:xfrm>
          <a:off x="6378527" y="1150128"/>
          <a:ext cx="1146221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2">
            <a:tint val="40000"/>
            <a:alpha val="90000"/>
            <a:hueOff val="657424"/>
            <a:satOff val="-16683"/>
            <a:lumOff val="-1979"/>
            <a:alphaOff val="0"/>
          </a:schemeClr>
        </a:solidFill>
        <a:ln w="9525" cap="rnd" cmpd="sng" algn="ctr">
          <a:solidFill>
            <a:schemeClr val="accent2">
              <a:tint val="40000"/>
              <a:alpha val="90000"/>
              <a:hueOff val="657424"/>
              <a:satOff val="-16683"/>
              <a:lumOff val="-1979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415" tIns="165100" rIns="90415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1100" kern="1200"/>
            <a:t>order isolation between different users </a:t>
          </a:r>
          <a:endParaRPr lang="en-US" sz="1100" kern="1200"/>
        </a:p>
      </dsp:txBody>
      <dsp:txXfrm>
        <a:off x="6378527" y="1379372"/>
        <a:ext cx="1146221" cy="1736356"/>
      </dsp:txXfrm>
    </dsp:sp>
    <dsp:sp modelId="{ECDB7FF1-B173-4A40-9EAC-459F63171DB2}">
      <dsp:nvSpPr>
        <dsp:cNvPr id="0" name=""/>
        <dsp:cNvSpPr/>
      </dsp:nvSpPr>
      <dsp:spPr>
        <a:xfrm>
          <a:off x="7652106" y="761334"/>
          <a:ext cx="573671" cy="72"/>
        </a:xfrm>
        <a:prstGeom prst="rect">
          <a:avLst/>
        </a:prstGeom>
        <a:solidFill>
          <a:schemeClr val="accent2">
            <a:tint val="40000"/>
            <a:alpha val="90000"/>
            <a:hueOff val="696096"/>
            <a:satOff val="-17664"/>
            <a:lumOff val="-2095"/>
            <a:alphaOff val="0"/>
          </a:schemeClr>
        </a:solidFill>
        <a:ln w="9525" cap="rnd" cmpd="sng" algn="ctr">
          <a:solidFill>
            <a:schemeClr val="accent2">
              <a:tint val="40000"/>
              <a:alpha val="90000"/>
              <a:hueOff val="696096"/>
              <a:satOff val="-17664"/>
              <a:lumOff val="-2095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F23F52B-B5D1-40D8-B507-563B0AFB1B96}">
      <dsp:nvSpPr>
        <dsp:cNvPr id="0" name=""/>
        <dsp:cNvSpPr/>
      </dsp:nvSpPr>
      <dsp:spPr>
        <a:xfrm>
          <a:off x="8002620" y="538212"/>
          <a:ext cx="446315" cy="446315"/>
        </a:xfrm>
        <a:prstGeom prst="ellipse">
          <a:avLst/>
        </a:prstGeom>
        <a:gradFill rotWithShape="0">
          <a:gsLst>
            <a:gs pos="0">
              <a:schemeClr val="accent2">
                <a:hueOff val="893727"/>
                <a:satOff val="-19162"/>
                <a:lumOff val="-7451"/>
                <a:alphaOff val="0"/>
                <a:tint val="96000"/>
                <a:lumMod val="104000"/>
              </a:schemeClr>
            </a:gs>
            <a:gs pos="100000">
              <a:schemeClr val="accent2">
                <a:hueOff val="893727"/>
                <a:satOff val="-19162"/>
                <a:lumOff val="-7451"/>
                <a:alphaOff val="0"/>
                <a:shade val="98000"/>
                <a:lumMod val="94000"/>
              </a:schemeClr>
            </a:gs>
          </a:gsLst>
          <a:lin ang="5400000" scaled="0"/>
        </a:gradFill>
        <a:ln w="9525" cap="rnd" cmpd="sng" algn="ctr">
          <a:solidFill>
            <a:schemeClr val="accent2">
              <a:hueOff val="893727"/>
              <a:satOff val="-19162"/>
              <a:lumOff val="-7451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320" tIns="17320" rIns="17320" bIns="1732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7</a:t>
          </a:r>
        </a:p>
      </dsp:txBody>
      <dsp:txXfrm>
        <a:off x="8067981" y="603573"/>
        <a:ext cx="315593" cy="315593"/>
      </dsp:txXfrm>
    </dsp:sp>
    <dsp:sp modelId="{3BD717FA-A4BC-47B2-8C2B-95F8399D6D0B}">
      <dsp:nvSpPr>
        <dsp:cNvPr id="0" name=""/>
        <dsp:cNvSpPr/>
      </dsp:nvSpPr>
      <dsp:spPr>
        <a:xfrm>
          <a:off x="7652106" y="1150128"/>
          <a:ext cx="1192201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2">
            <a:tint val="40000"/>
            <a:alpha val="90000"/>
            <a:hueOff val="773440"/>
            <a:satOff val="-19627"/>
            <a:lumOff val="-2328"/>
            <a:alphaOff val="0"/>
          </a:schemeClr>
        </a:solidFill>
        <a:ln w="9525" cap="rnd" cmpd="sng" algn="ctr">
          <a:solidFill>
            <a:schemeClr val="accent2">
              <a:tint val="40000"/>
              <a:alpha val="90000"/>
              <a:hueOff val="773440"/>
              <a:satOff val="-19627"/>
              <a:lumOff val="-2328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4042" tIns="165100" rIns="94042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1100" kern="1200"/>
            <a:t>front-end and back-end route protection tested independently</a:t>
          </a:r>
          <a:endParaRPr lang="en-US" sz="1100" kern="1200"/>
        </a:p>
      </dsp:txBody>
      <dsp:txXfrm>
        <a:off x="7652106" y="1388568"/>
        <a:ext cx="1192201" cy="17271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LinearArrowProcessNumbered">
  <dgm:title val="Linear Arrow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shape called UpArrowCallout. Also the nodes are connected by an arrow like shape emphasizing the process natur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3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w" for="ch" forName="compositeNode" refType="w"/>
      <dgm:constr type="h" for="ch" forName="compositeNode" op="equ"/>
      <dgm:constr type="w" for="ch" forName="sibTransComposite" refType="w" refFor="ch" refForName="compositeNode" fact="0"/>
      <dgm:constr type="w" for="des" forName="parTx"/>
      <dgm:constr type="h" for="des" forName="parTx" op="equ"/>
      <dgm:constr type="h" for="des" forName="parSh" op="equ"/>
      <dgm:constr type="w" for="des" forName="nodeText"/>
      <dgm:constr type="h" for="des" forName="nodeText" op="equ"/>
      <dgm:constr type="w" for="des" forName="parSh"/>
      <dgm:constr type="w" for="des" forName="parSh" op="equ"/>
      <dgm:constr type="primFontSz" for="des" forName="parTx" val="26"/>
      <dgm:constr type="primFontSz" for="des" forName="parTx" op="equ"/>
      <dgm:constr type="primFontSz" for="des" forName="parSh" op="equ"/>
      <dgm:constr type="primFontSz" for="des" forName="nodeText" op="equ"/>
      <dgm:constr type="secFontSz" for="des" forName="nodeText" op="equ"/>
      <dgm:constr type="primFontSz" for="des" forName="sibTransNodeCircle" op="equ"/>
      <dgm:constr type="h" for="des" forName="sibTransNodeCircle" op="equ"/>
      <dgm:constr type="w" for="des" forName="sibTransNodeCircle" op="equ"/>
      <dgm:constr type="h" for="des" forName="parTx" refType="primFontSz" refFor="des" refForName="parTx" fact="1.5"/>
      <dgm:constr type="h" for="ch" forName="compositeNode" refType="h"/>
      <dgm:constr type="h" for="des" forName="parSh" refType="w"/>
      <dgm:constr type="h" for="des" forName="nodeText" refType="primFontSz" refFor="des" refForName="parTx" fact="2.1"/>
      <dgm:constr type="h" for="des" forName="parSh" refType="h" refFor="des" refForName="parTx" op="lte" fact="1.2"/>
      <dgm:constr type="h" for="des" forName="parSh" refType="h" refFor="des" refForName="parTx" op="gte" fact="1.2"/>
    </dgm:constrLst>
    <dgm:ruleLst>
      <dgm:rule type="primFontSz" for="des" forName="parSh" val="5" fact="NaN" max="NaN"/>
    </dgm:ruleLst>
    <dgm:forEach name="Name3" axis="ch" ptType="node">
      <dgm:layoutNode name="compositeNode">
        <dgm:alg type="composite"/>
        <dgm:shape xmlns:r="http://schemas.openxmlformats.org/officeDocument/2006/relationships" r:blip="">
          <dgm:adjLst/>
        </dgm:shape>
        <dgm:presOf/>
        <dgm:choose name="Name004">
          <dgm:if name="Name5" axis="self" ptType="node" func="cnt" op="equ" val="0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/>
              <dgm:constr type="t" for="ch" forName="nodeText" refType="b" refFor="ch" refForName="parSh"/>
            </dgm:constrLst>
          </dgm:if>
          <dgm:else name="Name6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 fact="0.9"/>
              <dgm:constr type="t" for="ch" forName="nodeText" refType="b" refFor="ch" refForName="parSh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zOrderOff="1" hideGeom="1">
            <dgm:adjLst/>
          </dgm:shape>
          <dgm:presOf/>
          <dgm:constrLst>
            <dgm:constr type="h" refType="w" op="lte" fact="0.4"/>
            <dgm:constr type="h"/>
          </dgm:constrLst>
          <dgm:ruleLst>
            <dgm:rule type="h" val="INF" fact="NaN" max="NaN"/>
          </dgm:ruleLst>
        </dgm:layoutNode>
        <dgm:layoutNode name="parSh">
          <dgm:alg type="composite"/>
          <dgm:shape xmlns:r="http://schemas.openxmlformats.org/officeDocument/2006/relationships" r:blip="">
            <dgm:adjLst/>
          </dgm:shape>
          <dgm:presOf axis="self" ptType="node"/>
          <dgm:choose name="casesForFirstAndLastNode">
            <dgm:if name="ifFirstNode" axis="self" ptType="node" func="pos" op="equ" val="1">
              <dgm:choose name="removeLineWhenOnlyOneNode">
                <dgm:if name="ifOnlyOneNode" axis="followSib" ptType="node" func="cnt" op="equ" val="0">
                  <dgm:constrLst>
                    <dgm:constr type="h"/>
                    <dgm:constr type="h" for="ch" forName="lineNode" val="0.002"/>
                    <dgm:constr type="w" for="ch" forName="lineNode" refType="w" fact="0"/>
                    <dgm:constr type="w" for="ch" forName="lineArrowNode" refType="w" fact="0"/>
                    <dgm:constr type="h" for="ch" forName="lineArrowNode" refType="h" fact="0"/>
                    <dgm:constr type="ctrY" for="ch" forName="lineNode" refType="ctrY" refFor="ch" refForName="sibTransNodeCircle"/>
                    <dgm:constr type="h" for="ch" forName="sibTransNodeCircle" refType="h" fact="0.9"/>
                    <dgm:constr type="w" for="ch" forName="sibTransNodeCircle" refType="h" refFor="ch" refForName="sibTransNodeCircle"/>
                    <dgm:constr type="ctrX" for="ch" forName="sibTransNodeCircle" refType="w" fact="0.4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4.6"/>
                  </dgm:constrLst>
                </dgm:if>
                <dgm:else name="ifMoreThanOneNode">
                  <dgm:constrLst>
                    <dgm:constr type="h"/>
                    <dgm:constr type="h" for="ch" forName="lineNode" val="0.002"/>
                    <dgm:constr type="w" for="ch" forName="lineNode" refType="w" fact="0.4"/>
                    <dgm:constr type="l" for="ch" forName="lineNode" refType="w" fact="0.5"/>
                    <dgm:constr type="w" for="ch" forName="lineArrowNode" refType="w" fact="0.046"/>
                    <dgm:constr type="h" for="ch" forName="lineArrowNode" refType="h" fact="0.18"/>
                    <dgm:constr type="l" for="ch" forName="lineArrowNode" refType="w" fact="0.924"/>
                    <dgm:constr type="t" for="ch" forName="lineArrowNode" refType="h" fact="0.18"/>
                    <dgm:constr type="ctrY" for="ch" forName="lineNode" refType="ctrY" refFor="ch" refForName="sibTransNodeCircle"/>
                    <dgm:constr type="h" for="ch" forName="sibTransNodeCircle" refType="h" fact="0.9"/>
                    <dgm:constr type="w" for="ch" forName="sibTransNodeCircle" refType="h" refFor="ch" refForName="sibTransNodeCircle"/>
                    <dgm:constr type="ctrX" for="ch" forName="sibTransNodeCircle" refType="w" fact="0.4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4.6"/>
                  </dgm:constrLst>
                </dgm:else>
              </dgm:choose>
            </dgm:if>
            <dgm:if name="ifLastNode" axis="self" ptType="node" func="revPos" op="equ" val="1">
              <dgm:constrLst>
                <dgm:constr type="h"/>
                <dgm:constr type="h" for="ch" forName="lineNode" val="0.002"/>
                <dgm:constr type="w" for="ch" forName="lineNode" refType="w" fact="0.45"/>
                <dgm:constr type="w" for="ch" forName="lineArrowNode" refType="w" fact="0"/>
                <dgm:constr type="h" for="ch" forName="lineArrowNode" refType="h" fact="0"/>
                <dgm:constr type="ctrY" for="ch" forName="lineNode" refType="ctrY" refFor="ch" refForName="sibTransNodeCircle"/>
                <dgm:constr type="h" for="ch" forName="sibTransNodeCircle" refType="h"/>
                <dgm:constr type="w" for="ch" forName="sibTransNodeCircle" refType="h" refFor="ch" refForName="sibTransNodeCircle"/>
                <dgm:constr type="ctrX" for="ch" forName="sibTransNodeCircle" refType="w" fact="0.45"/>
                <dgm:constr type="ctrY" for="ch" forName="sibTransNodeCircle" refType="h" fact="0.25"/>
                <dgm:constr type="t" for="ch" forName="spacerBetweenCircleAndCallout" refType="b" refFor="ch" refForName="sibTransNodeCircle"/>
                <dgm:constr type="h" for="ch" forName="spacerBetweenCircleAndCallout" val="4.6"/>
              </dgm:constrLst>
            </dgm:if>
            <dgm:else name="allOtherNodes">
              <dgm:constrLst>
                <dgm:constr type="h"/>
                <dgm:constr type="h" for="ch" forName="lineNode" val="0.002"/>
                <dgm:constr type="w" for="ch" forName="lineNode" refType="w" fact="0.9"/>
                <dgm:constr type="w" for="ch" forName="lineArrowNode" refType="w" fact="0.046"/>
                <dgm:constr type="h" for="ch" forName="lineArrowNode" refType="h" fact="0.18"/>
                <dgm:constr type="l" for="ch" forName="lineArrowNode" refType="w" fact="0.924"/>
                <dgm:constr type="t" for="ch" forName="lineArrowNode" refType="h" fact="0.18"/>
                <dgm:constr type="ctrY" for="ch" forName="lineNode" refType="ctrY" refFor="ch" refForName="sibTransNodeCircle"/>
                <dgm:constr type="h" for="ch" forName="sibTransNodeCircle" refType="h" fact="0.9"/>
                <dgm:constr type="w" for="ch" forName="sibTransNodeCircle" refType="h" refFor="ch" refForName="sibTransNodeCircle"/>
                <dgm:constr type="ctrX" for="ch" forName="sibTransNodeCircle" refType="w" fact="0.45"/>
                <dgm:constr type="ctrY" for="ch" forName="sibTransNodeCircle" refType="h" fact="0.25"/>
                <dgm:constr type="t" for="ch" forName="spacerBetweenCircleAndCallout" refType="b" refFor="ch" refForName="sibTransNodeCircle"/>
                <dgm:constr type="h" for="ch" forName="spacerBetweenCircleAndCallout" val="4.6"/>
              </dgm:constrLst>
            </dgm:else>
          </dgm:choose>
          <dgm:layoutNode name="lineNode" styleLbl="alignAccFollowNode1">
            <dgm:alg type="sp"/>
            <dgm:shape xmlns:r="http://schemas.openxmlformats.org/officeDocument/2006/relationships" type="rect" r:blip="">
              <dgm:adjLst/>
            </dgm:shape>
            <dgm:presOf/>
            <dgm:constrLst/>
            <dgm:ruleLst/>
          </dgm:layoutNode>
          <dgm:layoutNode name="lineArrowNode" styleLbl="alignAccFollowNode1">
            <dgm:alg type="sp"/>
            <dgm:shape xmlns:r="http://schemas.openxmlformats.org/officeDocument/2006/relationships" type="chevron" r:blip="">
              <dgm:adjLst>
                <dgm:adj idx="1" val="0.9"/>
              </dgm:adjLst>
            </dgm:shape>
            <dgm:presOf/>
            <dgm:ruleLst/>
          </dgm:layoutNode>
          <dgm:forEach name="Name19" axis="followSib" ptType="sibTrans" hideLastTrans="0" cnt="1">
            <dgm:layoutNode name="sibTransNodeCircle" styleLbl="alignNode1">
              <dgm:varLst>
                <dgm:chMax val="0"/>
                <dgm:bulletEnabled/>
              </dgm:varLst>
              <dgm:presOf axis="self" ptType="sibTrans"/>
              <dgm:alg type="tx">
                <dgm:param type="txAnchorVert" val="mid"/>
                <dgm:param type="txAnchorHorzCh" val="ctr"/>
                <dgm:param type="parTxRTLAlign" val="l"/>
              </dgm:alg>
              <dgm:shape xmlns:r="http://schemas.openxmlformats.org/officeDocument/2006/relationships" type="ellipse" r:blip="">
                <dgm:adjLst/>
              </dgm:shape>
              <dgm:constrLst>
                <dgm:constr type="w" refType="h" op="equ"/>
                <dgm:constr type="primFontSz" val="60"/>
                <dgm:constr type="tMarg" refType="w" fact="0.11"/>
                <dgm:constr type="lMarg" refType="w" fact="0.11"/>
                <dgm:constr type="rMarg" refType="w" fact="0.11"/>
                <dgm:constr type="bMarg" refType="w" fact="0.11"/>
              </dgm:constrLst>
              <dgm:ruleLst>
                <dgm:rule type="primFontSz" val="14" fact="NaN" max="NaN"/>
              </dgm:ruleLst>
            </dgm:layoutNode>
            <dgm:layoutNode name="spacerBetweenCircleAndCallout">
              <dgm:varLst/>
              <dgm:presOf/>
              <dgm:alg type="sp"/>
              <dgm:shape xmlns:r="http://schemas.openxmlformats.org/officeDocument/2006/relationships" r:blip="">
                <dgm:adjLst/>
              </dgm:shape>
              <dgm:constrLst/>
              <dgm:ruleLst/>
            </dgm:layoutNode>
          </dgm:forEach>
          <dgm:presOf/>
          <dgm:ruleLst/>
        </dgm:layoutNode>
        <dgm:layoutNode name="nodeText" styleLbl="alignAccFollowNode1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upArrowCallout" r:blip="">
            <dgm:adjLst>
              <dgm:adj idx="1" val="0.5"/>
              <dgm:adj idx="2" val="0.2"/>
              <dgm:adj idx="3" val="0.2"/>
              <dgm:adj idx="4" val="1"/>
            </dgm:adjLst>
          </dgm:shape>
          <dgm:presOf axis="desOrSelf" ptType="node"/>
          <dgm:constrLst>
            <dgm:constr type="secFontSz" val="16"/>
            <dgm:constr type="primFontSz" val="26"/>
            <dgm:constr type="h"/>
            <dgm:constr type="tMarg" val="13"/>
            <dgm:constr type="lMarg" refType="w" fact="0.2236"/>
            <dgm:constr type="rMarg" refType="w" fact="0.2236"/>
            <dgm:constr type="bMarg" val="13"/>
          </dgm:constrLst>
          <dgm:ruleLst>
            <dgm:rule type="secFontSz" val="11" fact="NaN" max="NaN"/>
            <dgm:rule type="primFontSz" val="11" fact="NaN" max="NaN"/>
            <dgm:rule type="h" val="INF" fact="NaN" max="NaN"/>
          </dgm:ruleLst>
        </dgm:layoutNode>
      </dgm:layoutNode>
      <dgm:forEach name="sibTransForEach" axis="followSib" ptType="sibTrans" cnt="1">
        <dgm:layoutNode name="sibTransComposite" styleLbl="alignAccFollowNode1">
          <dgm:alg type="sp"/>
          <dgm:shape xmlns:r="http://schemas.openxmlformats.org/officeDocument/2006/relationships" r:blip="">
            <dgm:adjLst/>
          </dgm:shape>
          <dgm:ruleLst/>
        </dgm:layoutNode>
        <dgm:ruleLst>
          <dgm:rule type="h" val="INF" fact="NaN" max="NaN"/>
        </dgm:ruleLst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#1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#6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#9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PK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-32"/>
            <a:ext cx="2356674" cy="6853285"/>
            <a:chOff x="6627813" y="195454"/>
            <a:chExt cx="1952625" cy="5678297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454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fif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jpeg"/><Relationship Id="rId7" Type="http://schemas.openxmlformats.org/officeDocument/2006/relationships/image" Target="../media/image9.png"/><Relationship Id="rId12" Type="http://schemas.openxmlformats.org/officeDocument/2006/relationships/image" Target="../media/image14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jpeg"/><Relationship Id="rId9" Type="http://schemas.openxmlformats.org/officeDocument/2006/relationships/image" Target="../media/image11.sv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007C-F1C7-9003-408A-9288346B0EE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Online Shopping Website</a:t>
            </a:r>
            <a:endParaRPr lang="en-P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08FF12-030D-3E7C-6768-A0AA200912F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Built with MERN Stack</a:t>
            </a:r>
          </a:p>
          <a:p>
            <a:r>
              <a:rPr lang="en-US" dirty="0"/>
              <a:t>Name: </a:t>
            </a:r>
            <a:r>
              <a:rPr lang="en-US" dirty="0" err="1"/>
              <a:t>M.Shaheer</a:t>
            </a:r>
            <a:r>
              <a:rPr lang="en-US" dirty="0"/>
              <a:t> </a:t>
            </a:r>
          </a:p>
          <a:p>
            <a:r>
              <a:rPr lang="en-US" dirty="0"/>
              <a:t>Final Internship project 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967148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CC583FC-3774-47D1-9A8B-E0DBA89CBF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7620" y="-1"/>
            <a:ext cx="1220724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8DDDC38-A59D-4C57-BEAA-01E57BDEF4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5253" y="228600"/>
            <a:ext cx="2851523" cy="6638625"/>
            <a:chOff x="2487613" y="285750"/>
            <a:chExt cx="2428875" cy="5654676"/>
          </a:xfrm>
        </p:grpSpPr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07181E0D-4E2E-4CF7-83D6-6BF1884F26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41E4039F-6250-4F1A-8B44-8211D95CBF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C27CE0F8-A859-4A25-8A2E-2F48B2D7F1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1D3B4413-99E7-41CB-BC1A-91CB93B73D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2B5AE9BA-21EA-413E-92D1-70B41D12F8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EA6962B4-B58E-4363-AE37-502AAB46F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8CFEAE09-A4F7-4009-BBA4-E007F3FF21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BEC0F162-6193-4A0C-9667-DD7C8B4BD8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AE69957-54B0-48E2-8BCD-EE01C7190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9E3E384D-F4D8-4B3A-978C-EFEED16D33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66DD5E8A-F260-4F93-94D6-AA109560AC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AB7CE38B-1EFC-4D54-BD22-F0E1C0ED2A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4251A81-4530-41B5-B8FB-DC124AC02C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77117" y="-786"/>
            <a:ext cx="2356675" cy="6854040"/>
            <a:chOff x="6627813" y="194833"/>
            <a:chExt cx="1952625" cy="5678918"/>
          </a:xfrm>
        </p:grpSpPr>
        <p:sp>
          <p:nvSpPr>
            <p:cNvPr id="26" name="Freeform 27">
              <a:extLst>
                <a:ext uri="{FF2B5EF4-FFF2-40B4-BE49-F238E27FC236}">
                  <a16:creationId xmlns:a16="http://schemas.microsoft.com/office/drawing/2014/main" id="{704F0C26-A940-4311-8A41-C69C075D77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27" name="Freeform 28">
              <a:extLst>
                <a:ext uri="{FF2B5EF4-FFF2-40B4-BE49-F238E27FC236}">
                  <a16:creationId xmlns:a16="http://schemas.microsoft.com/office/drawing/2014/main" id="{72844B50-4A36-4E90-9BD1-7945BAF043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28" name="Freeform 29">
              <a:extLst>
                <a:ext uri="{FF2B5EF4-FFF2-40B4-BE49-F238E27FC236}">
                  <a16:creationId xmlns:a16="http://schemas.microsoft.com/office/drawing/2014/main" id="{FFFF2F5F-4D06-40B4-AAF7-7BF88551BF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29" name="Freeform 30">
              <a:extLst>
                <a:ext uri="{FF2B5EF4-FFF2-40B4-BE49-F238E27FC236}">
                  <a16:creationId xmlns:a16="http://schemas.microsoft.com/office/drawing/2014/main" id="{C2D84FDB-118B-42FD-8561-B383615D2B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30" name="Freeform 31">
              <a:extLst>
                <a:ext uri="{FF2B5EF4-FFF2-40B4-BE49-F238E27FC236}">
                  <a16:creationId xmlns:a16="http://schemas.microsoft.com/office/drawing/2014/main" id="{5B64B543-1195-4970-808B-156908D3B5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31" name="Freeform 32">
              <a:extLst>
                <a:ext uri="{FF2B5EF4-FFF2-40B4-BE49-F238E27FC236}">
                  <a16:creationId xmlns:a16="http://schemas.microsoft.com/office/drawing/2014/main" id="{1B6440B3-14CA-4B3F-AF89-7FEC0A2246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32" name="Freeform 33">
              <a:extLst>
                <a:ext uri="{FF2B5EF4-FFF2-40B4-BE49-F238E27FC236}">
                  <a16:creationId xmlns:a16="http://schemas.microsoft.com/office/drawing/2014/main" id="{47F34F74-6C9C-4D9D-B2D7-AF753BD44A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33" name="Freeform 34">
              <a:extLst>
                <a:ext uri="{FF2B5EF4-FFF2-40B4-BE49-F238E27FC236}">
                  <a16:creationId xmlns:a16="http://schemas.microsoft.com/office/drawing/2014/main" id="{4246517D-AB8F-4BEF-B5E5-7A8BC0DDE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34" name="Freeform 35">
              <a:extLst>
                <a:ext uri="{FF2B5EF4-FFF2-40B4-BE49-F238E27FC236}">
                  <a16:creationId xmlns:a16="http://schemas.microsoft.com/office/drawing/2014/main" id="{0ACFBF4D-E487-4BD0-8BCA-2DB6DC0464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35" name="Freeform 36">
              <a:extLst>
                <a:ext uri="{FF2B5EF4-FFF2-40B4-BE49-F238E27FC236}">
                  <a16:creationId xmlns:a16="http://schemas.microsoft.com/office/drawing/2014/main" id="{23DE6D3A-314E-4642-AEAF-54B822D4E1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36" name="Freeform 37">
              <a:extLst>
                <a:ext uri="{FF2B5EF4-FFF2-40B4-BE49-F238E27FC236}">
                  <a16:creationId xmlns:a16="http://schemas.microsoft.com/office/drawing/2014/main" id="{FEE0BBF7-C59B-4279-AFF5-28F6433B9A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37" name="Freeform 38">
              <a:extLst>
                <a:ext uri="{FF2B5EF4-FFF2-40B4-BE49-F238E27FC236}">
                  <a16:creationId xmlns:a16="http://schemas.microsoft.com/office/drawing/2014/main" id="{B2C1E620-478E-4DC2-A505-934657FF11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0EFC5CA-534C-942B-A46C-0029A7482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3096" y="624110"/>
            <a:ext cx="5021516" cy="1280890"/>
          </a:xfrm>
        </p:spPr>
        <p:txBody>
          <a:bodyPr>
            <a:normAutofit/>
          </a:bodyPr>
          <a:lstStyle/>
          <a:p>
            <a:r>
              <a:rPr lang="en-US" dirty="0"/>
              <a:t>Introduction</a:t>
            </a:r>
            <a:endParaRPr lang="en-PK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ECDF498-6F66-4565-9FB7-1076703337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45704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41" name="Freeform 11">
            <a:extLst>
              <a:ext uri="{FF2B5EF4-FFF2-40B4-BE49-F238E27FC236}">
                <a16:creationId xmlns:a16="http://schemas.microsoft.com/office/drawing/2014/main" id="{E0779346-49CA-41C2-BD0A-62F2E1903A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4645704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PK"/>
          </a:p>
        </p:txBody>
      </p:sp>
      <p:pic>
        <p:nvPicPr>
          <p:cNvPr id="5" name="Picture 4" descr="Shopping cart with boxes">
            <a:extLst>
              <a:ext uri="{FF2B5EF4-FFF2-40B4-BE49-F238E27FC236}">
                <a16:creationId xmlns:a16="http://schemas.microsoft.com/office/drawing/2014/main" id="{861BA6DF-6E75-4407-D3C6-306CB34C56B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493" r="16127" b="-2"/>
          <a:stretch>
            <a:fillRect/>
          </a:stretch>
        </p:blipFill>
        <p:spPr>
          <a:xfrm>
            <a:off x="-1555" y="1731"/>
            <a:ext cx="4662331" cy="68580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BE59A8-97F4-FEF3-5BFA-71587AE629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8191" y="2133600"/>
            <a:ext cx="5066419" cy="3777622"/>
          </a:xfrm>
        </p:spPr>
        <p:txBody>
          <a:bodyPr>
            <a:normAutofit/>
          </a:bodyPr>
          <a:lstStyle/>
          <a:p>
            <a:pPr lvl="0"/>
            <a:r>
              <a:rPr lang="en-PK" dirty="0"/>
              <a:t>Persistent identity </a:t>
            </a:r>
            <a:r>
              <a:rPr lang="en-US" dirty="0"/>
              <a:t>with account not just session</a:t>
            </a:r>
            <a:endParaRPr lang="en-PK" dirty="0"/>
          </a:p>
          <a:p>
            <a:pPr lvl="0"/>
            <a:r>
              <a:rPr lang="en-PK" dirty="0"/>
              <a:t>A cart that survives across visits</a:t>
            </a:r>
          </a:p>
          <a:p>
            <a:pPr lvl="0"/>
            <a:r>
              <a:rPr lang="en-PK" dirty="0"/>
              <a:t>A checkout that produces an immutable, auditable record</a:t>
            </a:r>
          </a:p>
          <a:p>
            <a:pPr lvl="0"/>
            <a:r>
              <a:rPr lang="en-PK" dirty="0"/>
              <a:t>Discount logic that doesn't break pricing history</a:t>
            </a:r>
          </a:p>
          <a:p>
            <a:pPr lvl="0"/>
            <a:r>
              <a:rPr lang="en-PK" dirty="0"/>
              <a:t>An admin layer to operate the store</a:t>
            </a:r>
          </a:p>
          <a:p>
            <a:pPr marL="0" indent="0">
              <a:buNone/>
            </a:pPr>
            <a:endParaRPr lang="en-PK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4B0422-F4D3-BA0B-7775-7CBE5901D043}"/>
              </a:ext>
            </a:extLst>
          </p:cNvPr>
          <p:cNvSpPr txBox="1"/>
          <p:nvPr/>
        </p:nvSpPr>
        <p:spPr>
          <a:xfrm>
            <a:off x="6438191" y="1623361"/>
            <a:ext cx="41761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Why need an ecommerce platform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5950569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A696357-B315-4D9E-BB00-C5180F54B0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72F6C6C-999D-43D5-AC07-AF34251440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8229600" cy="6858000"/>
          </a:xfrm>
          <a:prstGeom prst="rect">
            <a:avLst/>
          </a:prstGeom>
          <a:solidFill>
            <a:schemeClr val="tx2">
              <a:lumMod val="50000"/>
              <a:alpha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4" name="Freeform 5">
            <a:extLst>
              <a:ext uri="{FF2B5EF4-FFF2-40B4-BE49-F238E27FC236}">
                <a16:creationId xmlns:a16="http://schemas.microsoft.com/office/drawing/2014/main" id="{EC04F56B-9315-467D-9EEF-52DE7F0B5A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1" y="659027"/>
            <a:ext cx="9042690" cy="1035152"/>
          </a:xfrm>
          <a:custGeom>
            <a:avLst/>
            <a:gdLst>
              <a:gd name="T0" fmla="*/ 1900 w 1902"/>
              <a:gd name="T1" fmla="*/ 77 h 163"/>
              <a:gd name="T2" fmla="*/ 1826 w 1902"/>
              <a:gd name="T3" fmla="*/ 3 h 163"/>
              <a:gd name="T4" fmla="*/ 1825 w 1902"/>
              <a:gd name="T5" fmla="*/ 2 h 163"/>
              <a:gd name="T6" fmla="*/ 1819 w 1902"/>
              <a:gd name="T7" fmla="*/ 0 h 163"/>
              <a:gd name="T8" fmla="*/ 1363 w 1902"/>
              <a:gd name="T9" fmla="*/ 0 h 163"/>
              <a:gd name="T10" fmla="*/ 1348 w 1902"/>
              <a:gd name="T11" fmla="*/ 0 h 163"/>
              <a:gd name="T12" fmla="*/ 1225 w 1902"/>
              <a:gd name="T13" fmla="*/ 0 h 163"/>
              <a:gd name="T14" fmla="*/ 1033 w 1902"/>
              <a:gd name="T15" fmla="*/ 0 h 163"/>
              <a:gd name="T16" fmla="*/ 892 w 1902"/>
              <a:gd name="T17" fmla="*/ 0 h 163"/>
              <a:gd name="T18" fmla="*/ 786 w 1902"/>
              <a:gd name="T19" fmla="*/ 0 h 163"/>
              <a:gd name="T20" fmla="*/ 577 w 1902"/>
              <a:gd name="T21" fmla="*/ 0 h 163"/>
              <a:gd name="T22" fmla="*/ 562 w 1902"/>
              <a:gd name="T23" fmla="*/ 0 h 163"/>
              <a:gd name="T24" fmla="*/ 439 w 1902"/>
              <a:gd name="T25" fmla="*/ 0 h 163"/>
              <a:gd name="T26" fmla="*/ 106 w 1902"/>
              <a:gd name="T27" fmla="*/ 0 h 163"/>
              <a:gd name="T28" fmla="*/ 0 w 1902"/>
              <a:gd name="T29" fmla="*/ 0 h 163"/>
              <a:gd name="T30" fmla="*/ 0 w 1902"/>
              <a:gd name="T31" fmla="*/ 163 h 163"/>
              <a:gd name="T32" fmla="*/ 106 w 1902"/>
              <a:gd name="T33" fmla="*/ 163 h 163"/>
              <a:gd name="T34" fmla="*/ 439 w 1902"/>
              <a:gd name="T35" fmla="*/ 163 h 163"/>
              <a:gd name="T36" fmla="*/ 562 w 1902"/>
              <a:gd name="T37" fmla="*/ 163 h 163"/>
              <a:gd name="T38" fmla="*/ 577 w 1902"/>
              <a:gd name="T39" fmla="*/ 163 h 163"/>
              <a:gd name="T40" fmla="*/ 786 w 1902"/>
              <a:gd name="T41" fmla="*/ 163 h 163"/>
              <a:gd name="T42" fmla="*/ 892 w 1902"/>
              <a:gd name="T43" fmla="*/ 163 h 163"/>
              <a:gd name="T44" fmla="*/ 1033 w 1902"/>
              <a:gd name="T45" fmla="*/ 163 h 163"/>
              <a:gd name="T46" fmla="*/ 1225 w 1902"/>
              <a:gd name="T47" fmla="*/ 163 h 163"/>
              <a:gd name="T48" fmla="*/ 1348 w 1902"/>
              <a:gd name="T49" fmla="*/ 163 h 163"/>
              <a:gd name="T50" fmla="*/ 1363 w 1902"/>
              <a:gd name="T51" fmla="*/ 163 h 163"/>
              <a:gd name="T52" fmla="*/ 1819 w 1902"/>
              <a:gd name="T53" fmla="*/ 163 h 163"/>
              <a:gd name="T54" fmla="*/ 1825 w 1902"/>
              <a:gd name="T55" fmla="*/ 161 h 163"/>
              <a:gd name="T56" fmla="*/ 1826 w 1902"/>
              <a:gd name="T57" fmla="*/ 160 h 163"/>
              <a:gd name="T58" fmla="*/ 1900 w 1902"/>
              <a:gd name="T59" fmla="*/ 86 h 163"/>
              <a:gd name="T60" fmla="*/ 1900 w 1902"/>
              <a:gd name="T61" fmla="*/ 77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1902" h="163">
                <a:moveTo>
                  <a:pt x="1900" y="77"/>
                </a:moveTo>
                <a:cubicBezTo>
                  <a:pt x="1826" y="3"/>
                  <a:pt x="1826" y="3"/>
                  <a:pt x="1826" y="3"/>
                </a:cubicBezTo>
                <a:cubicBezTo>
                  <a:pt x="1825" y="2"/>
                  <a:pt x="1825" y="2"/>
                  <a:pt x="1825" y="2"/>
                </a:cubicBezTo>
                <a:cubicBezTo>
                  <a:pt x="1823" y="1"/>
                  <a:pt x="1821" y="0"/>
                  <a:pt x="1819" y="0"/>
                </a:cubicBezTo>
                <a:cubicBezTo>
                  <a:pt x="1363" y="0"/>
                  <a:pt x="1363" y="0"/>
                  <a:pt x="1363" y="0"/>
                </a:cubicBezTo>
                <a:cubicBezTo>
                  <a:pt x="1348" y="0"/>
                  <a:pt x="1348" y="0"/>
                  <a:pt x="1348" y="0"/>
                </a:cubicBezTo>
                <a:cubicBezTo>
                  <a:pt x="1225" y="0"/>
                  <a:pt x="1225" y="0"/>
                  <a:pt x="1225" y="0"/>
                </a:cubicBezTo>
                <a:cubicBezTo>
                  <a:pt x="1033" y="0"/>
                  <a:pt x="1033" y="0"/>
                  <a:pt x="1033" y="0"/>
                </a:cubicBezTo>
                <a:cubicBezTo>
                  <a:pt x="892" y="0"/>
                  <a:pt x="892" y="0"/>
                  <a:pt x="892" y="0"/>
                </a:cubicBezTo>
                <a:cubicBezTo>
                  <a:pt x="786" y="0"/>
                  <a:pt x="786" y="0"/>
                  <a:pt x="786" y="0"/>
                </a:cubicBezTo>
                <a:cubicBezTo>
                  <a:pt x="577" y="0"/>
                  <a:pt x="577" y="0"/>
                  <a:pt x="577" y="0"/>
                </a:cubicBezTo>
                <a:cubicBezTo>
                  <a:pt x="562" y="0"/>
                  <a:pt x="562" y="0"/>
                  <a:pt x="562" y="0"/>
                </a:cubicBezTo>
                <a:cubicBezTo>
                  <a:pt x="439" y="0"/>
                  <a:pt x="439" y="0"/>
                  <a:pt x="439" y="0"/>
                </a:cubicBezTo>
                <a:cubicBezTo>
                  <a:pt x="106" y="0"/>
                  <a:pt x="106" y="0"/>
                  <a:pt x="106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3"/>
                  <a:pt x="0" y="163"/>
                  <a:pt x="0" y="163"/>
                </a:cubicBezTo>
                <a:cubicBezTo>
                  <a:pt x="106" y="163"/>
                  <a:pt x="106" y="163"/>
                  <a:pt x="106" y="163"/>
                </a:cubicBezTo>
                <a:cubicBezTo>
                  <a:pt x="439" y="163"/>
                  <a:pt x="439" y="163"/>
                  <a:pt x="439" y="163"/>
                </a:cubicBezTo>
                <a:cubicBezTo>
                  <a:pt x="562" y="163"/>
                  <a:pt x="562" y="163"/>
                  <a:pt x="562" y="163"/>
                </a:cubicBezTo>
                <a:cubicBezTo>
                  <a:pt x="577" y="163"/>
                  <a:pt x="577" y="163"/>
                  <a:pt x="577" y="163"/>
                </a:cubicBezTo>
                <a:cubicBezTo>
                  <a:pt x="786" y="163"/>
                  <a:pt x="786" y="163"/>
                  <a:pt x="786" y="163"/>
                </a:cubicBezTo>
                <a:cubicBezTo>
                  <a:pt x="892" y="163"/>
                  <a:pt x="892" y="163"/>
                  <a:pt x="892" y="163"/>
                </a:cubicBezTo>
                <a:cubicBezTo>
                  <a:pt x="1033" y="163"/>
                  <a:pt x="1033" y="163"/>
                  <a:pt x="1033" y="163"/>
                </a:cubicBezTo>
                <a:cubicBezTo>
                  <a:pt x="1225" y="163"/>
                  <a:pt x="1225" y="163"/>
                  <a:pt x="1225" y="163"/>
                </a:cubicBezTo>
                <a:cubicBezTo>
                  <a:pt x="1348" y="163"/>
                  <a:pt x="1348" y="163"/>
                  <a:pt x="1348" y="163"/>
                </a:cubicBezTo>
                <a:cubicBezTo>
                  <a:pt x="1363" y="163"/>
                  <a:pt x="1363" y="163"/>
                  <a:pt x="1363" y="163"/>
                </a:cubicBezTo>
                <a:cubicBezTo>
                  <a:pt x="1819" y="163"/>
                  <a:pt x="1819" y="163"/>
                  <a:pt x="1819" y="163"/>
                </a:cubicBezTo>
                <a:cubicBezTo>
                  <a:pt x="1821" y="163"/>
                  <a:pt x="1823" y="162"/>
                  <a:pt x="1825" y="161"/>
                </a:cubicBezTo>
                <a:cubicBezTo>
                  <a:pt x="1825" y="160"/>
                  <a:pt x="1825" y="160"/>
                  <a:pt x="1826" y="160"/>
                </a:cubicBezTo>
                <a:cubicBezTo>
                  <a:pt x="1900" y="86"/>
                  <a:pt x="1900" y="86"/>
                  <a:pt x="1900" y="86"/>
                </a:cubicBezTo>
                <a:cubicBezTo>
                  <a:pt x="1902" y="83"/>
                  <a:pt x="1902" y="79"/>
                  <a:pt x="1900" y="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22D201-DC83-DE39-05F3-A52266B69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867" y="787400"/>
            <a:ext cx="7145866" cy="778933"/>
          </a:xfrm>
        </p:spPr>
        <p:txBody>
          <a:bodyPr anchor="ctr">
            <a:normAutofit/>
          </a:bodyPr>
          <a:lstStyle/>
          <a:p>
            <a:r>
              <a:rPr lang="en-US" sz="3200">
                <a:solidFill>
                  <a:srgbClr val="FEFFFF"/>
                </a:solidFill>
              </a:rPr>
              <a:t>Feature List</a:t>
            </a:r>
            <a:endParaRPr lang="en-PK" sz="3200">
              <a:solidFill>
                <a:srgbClr val="FEFFFF"/>
              </a:solidFill>
            </a:endParaRPr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346A5B14-56EB-A5C9-AC3A-DAF5ABC3DC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866" y="2032000"/>
            <a:ext cx="7145867" cy="3879222"/>
          </a:xfrm>
        </p:spPr>
        <p:txBody>
          <a:bodyPr>
            <a:normAutofit/>
          </a:bodyPr>
          <a:lstStyle/>
          <a:p>
            <a:pPr lvl="0">
              <a:lnSpc>
                <a:spcPct val="90000"/>
              </a:lnSpc>
            </a:pPr>
            <a:r>
              <a:rPr lang="en-PK">
                <a:solidFill>
                  <a:srgbClr val="FEFFFF"/>
                </a:solidFill>
              </a:rPr>
              <a:t>JWT authentication: register, login, forgot/reset password</a:t>
            </a:r>
          </a:p>
          <a:p>
            <a:pPr lvl="0">
              <a:lnSpc>
                <a:spcPct val="90000"/>
              </a:lnSpc>
            </a:pPr>
            <a:r>
              <a:rPr lang="en-PK">
                <a:solidFill>
                  <a:srgbClr val="FEFFFF"/>
                </a:solidFill>
              </a:rPr>
              <a:t>Product catalog: keyword search, category filter, price range, 3 sort modes</a:t>
            </a:r>
          </a:p>
          <a:p>
            <a:pPr lvl="0">
              <a:lnSpc>
                <a:spcPct val="90000"/>
              </a:lnSpc>
            </a:pPr>
            <a:r>
              <a:rPr lang="en-PK">
                <a:solidFill>
                  <a:srgbClr val="FEFFFF"/>
                </a:solidFill>
              </a:rPr>
              <a:t>Cart: add/update/remove with live stock enforcement against MongoDB</a:t>
            </a:r>
          </a:p>
          <a:p>
            <a:pPr lvl="0">
              <a:lnSpc>
                <a:spcPct val="90000"/>
              </a:lnSpc>
            </a:pPr>
            <a:r>
              <a:rPr lang="en-PK">
                <a:solidFill>
                  <a:srgbClr val="FEFFFF"/>
                </a:solidFill>
              </a:rPr>
              <a:t>Coupon validation with percentage discounts and expiry dates</a:t>
            </a:r>
          </a:p>
          <a:p>
            <a:pPr lvl="0">
              <a:lnSpc>
                <a:spcPct val="90000"/>
              </a:lnSpc>
            </a:pPr>
            <a:r>
              <a:rPr lang="en-PK">
                <a:solidFill>
                  <a:srgbClr val="FEFFFF"/>
                </a:solidFill>
              </a:rPr>
              <a:t>Checkout: converts cart → permanent order record</a:t>
            </a:r>
          </a:p>
          <a:p>
            <a:pPr lvl="0">
              <a:lnSpc>
                <a:spcPct val="90000"/>
              </a:lnSpc>
            </a:pPr>
            <a:r>
              <a:rPr lang="en-PK">
                <a:solidFill>
                  <a:srgbClr val="FEFFFF"/>
                </a:solidFill>
              </a:rPr>
              <a:t>Order history with per-order line-item detail</a:t>
            </a:r>
          </a:p>
          <a:p>
            <a:pPr lvl="0">
              <a:lnSpc>
                <a:spcPct val="90000"/>
              </a:lnSpc>
            </a:pPr>
            <a:r>
              <a:rPr lang="en-PK">
                <a:solidFill>
                  <a:srgbClr val="FEFFFF"/>
                </a:solidFill>
              </a:rPr>
              <a:t>Admin dashboard: create, edit, delete products</a:t>
            </a:r>
          </a:p>
          <a:p>
            <a:pPr lvl="0">
              <a:lnSpc>
                <a:spcPct val="90000"/>
              </a:lnSpc>
            </a:pPr>
            <a:r>
              <a:rPr lang="en-PK">
                <a:solidFill>
                  <a:srgbClr val="FEFFFF"/>
                </a:solidFill>
              </a:rPr>
              <a:t>Dark mode with persisted preference</a:t>
            </a:r>
          </a:p>
          <a:p>
            <a:pPr marL="0" indent="0">
              <a:lnSpc>
                <a:spcPct val="90000"/>
              </a:lnSpc>
              <a:buNone/>
            </a:pPr>
            <a:endParaRPr lang="en-PK">
              <a:solidFill>
                <a:srgbClr val="FEFFFF"/>
              </a:solidFill>
            </a:endParaRPr>
          </a:p>
        </p:txBody>
      </p:sp>
      <p:pic>
        <p:nvPicPr>
          <p:cNvPr id="7" name="Graphic 6" descr="Magnifying glass">
            <a:extLst>
              <a:ext uri="{FF2B5EF4-FFF2-40B4-BE49-F238E27FC236}">
                <a16:creationId xmlns:a16="http://schemas.microsoft.com/office/drawing/2014/main" id="{B36F3056-F978-9989-7870-0E87C3617B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713057" y="2462282"/>
            <a:ext cx="3001931" cy="300193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9442FA0-94B4-8560-4047-8F7C861503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599" y="4748"/>
            <a:ext cx="4340995" cy="6848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39848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CEAA67DC-C907-75D6-E907-3CB6A9748941}"/>
              </a:ext>
            </a:extLst>
          </p:cNvPr>
          <p:cNvSpPr/>
          <p:nvPr/>
        </p:nvSpPr>
        <p:spPr>
          <a:xfrm>
            <a:off x="8923037" y="4456687"/>
            <a:ext cx="2341293" cy="2307771"/>
          </a:xfrm>
          <a:prstGeom prst="round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9B9CD50F-BC6A-A8EA-962E-2A87CD3471DC}"/>
              </a:ext>
            </a:extLst>
          </p:cNvPr>
          <p:cNvSpPr/>
          <p:nvPr/>
        </p:nvSpPr>
        <p:spPr>
          <a:xfrm>
            <a:off x="5765952" y="4382415"/>
            <a:ext cx="2497017" cy="2307771"/>
          </a:xfrm>
          <a:prstGeom prst="round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9DE26BE5-9FF7-EF8E-5C5A-358CB84EFD15}"/>
              </a:ext>
            </a:extLst>
          </p:cNvPr>
          <p:cNvSpPr/>
          <p:nvPr/>
        </p:nvSpPr>
        <p:spPr>
          <a:xfrm>
            <a:off x="2480599" y="4382415"/>
            <a:ext cx="2451353" cy="2307771"/>
          </a:xfrm>
          <a:prstGeom prst="round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3D591E9-2DE2-BAAD-D9F2-49D8BC1ADAAD}"/>
              </a:ext>
            </a:extLst>
          </p:cNvPr>
          <p:cNvSpPr/>
          <p:nvPr/>
        </p:nvSpPr>
        <p:spPr>
          <a:xfrm>
            <a:off x="8880866" y="1935614"/>
            <a:ext cx="2341293" cy="2307771"/>
          </a:xfrm>
          <a:prstGeom prst="round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73CD755-EC2E-CE99-CDFD-25737662EF72}"/>
              </a:ext>
            </a:extLst>
          </p:cNvPr>
          <p:cNvSpPr/>
          <p:nvPr/>
        </p:nvSpPr>
        <p:spPr>
          <a:xfrm>
            <a:off x="5718908" y="1915886"/>
            <a:ext cx="2497017" cy="2307771"/>
          </a:xfrm>
          <a:prstGeom prst="round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3749D36-F654-1070-974F-CB3672662166}"/>
              </a:ext>
            </a:extLst>
          </p:cNvPr>
          <p:cNvSpPr/>
          <p:nvPr/>
        </p:nvSpPr>
        <p:spPr>
          <a:xfrm>
            <a:off x="2480599" y="1927898"/>
            <a:ext cx="2451353" cy="2307771"/>
          </a:xfrm>
          <a:prstGeom prst="round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D8C679-DEBE-5875-330D-C816E41EA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 Stack</a:t>
            </a:r>
            <a:endParaRPr lang="en-PK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77DD16-41B3-D06A-DB97-CDBCB76087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090525" y="2000928"/>
            <a:ext cx="2746827" cy="482081"/>
          </a:xfrm>
        </p:spPr>
        <p:txBody>
          <a:bodyPr>
            <a:normAutofit lnSpcReduction="10000"/>
          </a:bodyPr>
          <a:lstStyle/>
          <a:p>
            <a:pPr algn="ctr"/>
            <a:r>
              <a:rPr lang="en-US" sz="2800" b="1" dirty="0"/>
              <a:t>Client</a:t>
            </a:r>
            <a:endParaRPr lang="en-PK" b="1" dirty="0"/>
          </a:p>
        </p:txBody>
      </p:sp>
      <p:pic>
        <p:nvPicPr>
          <p:cNvPr id="7" name="Picture 6" descr="Introduction to React Server Components | by Stuart | Medium">
            <a:extLst>
              <a:ext uri="{FF2B5EF4-FFF2-40B4-BE49-F238E27FC236}">
                <a16:creationId xmlns:a16="http://schemas.microsoft.com/office/drawing/2014/main" id="{AD0CFD07-B1D2-816D-C64B-26BB32D2BA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8540" y="3527677"/>
            <a:ext cx="679961" cy="56663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D1ED9FB-5034-FEC8-712A-FD736FF7F72E}"/>
              </a:ext>
            </a:extLst>
          </p:cNvPr>
          <p:cNvSpPr txBox="1"/>
          <p:nvPr/>
        </p:nvSpPr>
        <p:spPr>
          <a:xfrm>
            <a:off x="2387893" y="2629755"/>
            <a:ext cx="234129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PK" sz="1600" dirty="0"/>
              <a:t>React 18 </a:t>
            </a:r>
            <a:endParaRPr lang="en-US" sz="1600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PK" sz="1600" dirty="0"/>
              <a:t>React Router 6  </a:t>
            </a:r>
            <a:endParaRPr lang="en-US" sz="1600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PK" sz="1600" dirty="0"/>
              <a:t>Vite </a:t>
            </a:r>
            <a:endParaRPr lang="en-US" sz="1600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9414AF51-0A29-19EB-85D8-CE563D5DC346}"/>
              </a:ext>
            </a:extLst>
          </p:cNvPr>
          <p:cNvSpPr txBox="1">
            <a:spLocks/>
          </p:cNvSpPr>
          <p:nvPr/>
        </p:nvSpPr>
        <p:spPr>
          <a:xfrm>
            <a:off x="5516142" y="2015161"/>
            <a:ext cx="2746827" cy="48208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/>
              <a:t>Server</a:t>
            </a:r>
            <a:endParaRPr lang="en-PK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7A29AF1-E8A0-9984-6D47-5518E8776CA7}"/>
              </a:ext>
            </a:extLst>
          </p:cNvPr>
          <p:cNvSpPr txBox="1"/>
          <p:nvPr/>
        </p:nvSpPr>
        <p:spPr>
          <a:xfrm>
            <a:off x="5846837" y="2629755"/>
            <a:ext cx="208543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PK" sz="1600" dirty="0"/>
              <a:t>Node.js </a:t>
            </a:r>
            <a:endParaRPr lang="en-US" sz="1600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PK" sz="1600" dirty="0"/>
              <a:t>Express 5 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5DB70D58-A32D-C8B7-3D65-DCE4B24038BD}"/>
              </a:ext>
            </a:extLst>
          </p:cNvPr>
          <p:cNvSpPr txBox="1">
            <a:spLocks/>
          </p:cNvSpPr>
          <p:nvPr/>
        </p:nvSpPr>
        <p:spPr>
          <a:xfrm>
            <a:off x="8670298" y="2000928"/>
            <a:ext cx="2746827" cy="48208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/>
              <a:t>Database</a:t>
            </a:r>
            <a:endParaRPr lang="en-PK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6358982-4E62-E1FF-BA26-544E07BBD928}"/>
              </a:ext>
            </a:extLst>
          </p:cNvPr>
          <p:cNvSpPr txBox="1"/>
          <p:nvPr/>
        </p:nvSpPr>
        <p:spPr>
          <a:xfrm>
            <a:off x="9008795" y="2629755"/>
            <a:ext cx="208543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/>
              <a:t>Mongoose Atlas/</a:t>
            </a:r>
          </a:p>
          <a:p>
            <a:pPr algn="ctr"/>
            <a:r>
              <a:rPr lang="en-US" sz="1600" dirty="0"/>
              <a:t>MongoDB</a:t>
            </a:r>
            <a:endParaRPr lang="en-PK" sz="1600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C0B17811-6715-5E4E-B421-13F3BEAB7CF6}"/>
              </a:ext>
            </a:extLst>
          </p:cNvPr>
          <p:cNvSpPr txBox="1">
            <a:spLocks/>
          </p:cNvSpPr>
          <p:nvPr/>
        </p:nvSpPr>
        <p:spPr>
          <a:xfrm>
            <a:off x="2178011" y="4442454"/>
            <a:ext cx="2746827" cy="48208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/>
              <a:t>Auth</a:t>
            </a:r>
            <a:endParaRPr lang="en-PK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C2DE0CF-4D56-7971-420C-4FAE02177746}"/>
              </a:ext>
            </a:extLst>
          </p:cNvPr>
          <p:cNvSpPr txBox="1"/>
          <p:nvPr/>
        </p:nvSpPr>
        <p:spPr>
          <a:xfrm>
            <a:off x="2516508" y="5071281"/>
            <a:ext cx="208543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PK" sz="1600" dirty="0"/>
              <a:t>JSON Web Tokens </a:t>
            </a:r>
            <a:endParaRPr lang="en-US" sz="1600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PK" sz="1600" dirty="0" err="1"/>
              <a:t>bcrypt</a:t>
            </a:r>
            <a:endParaRPr lang="en-PK" sz="1600" dirty="0"/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C3B5698D-2A2B-1D24-06CA-F44C80C2C7DE}"/>
              </a:ext>
            </a:extLst>
          </p:cNvPr>
          <p:cNvSpPr txBox="1">
            <a:spLocks/>
          </p:cNvSpPr>
          <p:nvPr/>
        </p:nvSpPr>
        <p:spPr>
          <a:xfrm>
            <a:off x="5603628" y="4456687"/>
            <a:ext cx="2746827" cy="4820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b="1" dirty="0"/>
              <a:t>Deployment</a:t>
            </a:r>
            <a:endParaRPr lang="en-PK" sz="2400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C48B494-6BF1-51AB-0140-88463A3A433E}"/>
              </a:ext>
            </a:extLst>
          </p:cNvPr>
          <p:cNvSpPr txBox="1"/>
          <p:nvPr/>
        </p:nvSpPr>
        <p:spPr>
          <a:xfrm>
            <a:off x="5846837" y="5040241"/>
            <a:ext cx="208543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1600" dirty="0" err="1"/>
              <a:t>Vercel</a:t>
            </a:r>
            <a:r>
              <a:rPr lang="en-US" sz="1600" dirty="0"/>
              <a:t> (for client)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1600" dirty="0"/>
              <a:t>Railway (backend)</a:t>
            </a:r>
            <a:endParaRPr lang="en-PK" sz="1600" dirty="0"/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44E3A023-0A96-FE16-B4EA-FA613A8FB156}"/>
              </a:ext>
            </a:extLst>
          </p:cNvPr>
          <p:cNvSpPr txBox="1">
            <a:spLocks/>
          </p:cNvSpPr>
          <p:nvPr/>
        </p:nvSpPr>
        <p:spPr>
          <a:xfrm>
            <a:off x="8571484" y="4456687"/>
            <a:ext cx="2746827" cy="861066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/>
              <a:t>Testing &amp; Version Control</a:t>
            </a:r>
            <a:endParaRPr lang="en-PK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2ED4A0B-73C7-B3C4-71E8-E9D2DA21BF1B}"/>
              </a:ext>
            </a:extLst>
          </p:cNvPr>
          <p:cNvSpPr txBox="1"/>
          <p:nvPr/>
        </p:nvSpPr>
        <p:spPr>
          <a:xfrm>
            <a:off x="8909981" y="5085514"/>
            <a:ext cx="208543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1600" dirty="0"/>
              <a:t>Postman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1600" dirty="0"/>
              <a:t>Git/</a:t>
            </a:r>
            <a:r>
              <a:rPr lang="en-US" sz="1600" dirty="0" err="1"/>
              <a:t>Gihub</a:t>
            </a:r>
            <a:endParaRPr lang="en-PK" sz="1600" dirty="0"/>
          </a:p>
        </p:txBody>
      </p:sp>
      <p:pic>
        <p:nvPicPr>
          <p:cNvPr id="25" name="Picture 24" descr="Home | Vite">
            <a:extLst>
              <a:ext uri="{FF2B5EF4-FFF2-40B4-BE49-F238E27FC236}">
                <a16:creationId xmlns:a16="http://schemas.microsoft.com/office/drawing/2014/main" id="{72A6AE5A-EBC2-2C84-F0E9-206CBA0850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6232" y="3553085"/>
            <a:ext cx="482201" cy="475800"/>
          </a:xfrm>
          <a:prstGeom prst="rect">
            <a:avLst/>
          </a:prstGeom>
        </p:spPr>
      </p:pic>
      <p:pic>
        <p:nvPicPr>
          <p:cNvPr id="26" name="Picture 25" descr="Understanding Processes and Threads in Node.js: A Deep Dive Into Concurrency and Parallelism | by Aditya Yadav | Medium">
            <a:extLst>
              <a:ext uri="{FF2B5EF4-FFF2-40B4-BE49-F238E27FC236}">
                <a16:creationId xmlns:a16="http://schemas.microsoft.com/office/drawing/2014/main" id="{C744911D-77A0-88F5-8267-1C4D7E787A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6686" y="3474840"/>
            <a:ext cx="755982" cy="488618"/>
          </a:xfrm>
          <a:prstGeom prst="rect">
            <a:avLst/>
          </a:prstGeom>
        </p:spPr>
      </p:pic>
      <p:pic>
        <p:nvPicPr>
          <p:cNvPr id="27" name="Picture 26" descr="3 Express.js features you need to know | by Louis | JavaScript in Plain English">
            <a:extLst>
              <a:ext uri="{FF2B5EF4-FFF2-40B4-BE49-F238E27FC236}">
                <a16:creationId xmlns:a16="http://schemas.microsoft.com/office/drawing/2014/main" id="{53B3C36B-8B45-3706-9805-CBA09935FD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2819" y="3481377"/>
            <a:ext cx="1098072" cy="482081"/>
          </a:xfrm>
          <a:prstGeom prst="rect">
            <a:avLst/>
          </a:prstGeom>
        </p:spPr>
      </p:pic>
      <p:pic>
        <p:nvPicPr>
          <p:cNvPr id="28" name="Picture 27" descr="What is MongoDB? NoSQL database explained in an easy way.">
            <a:extLst>
              <a:ext uri="{FF2B5EF4-FFF2-40B4-BE49-F238E27FC236}">
                <a16:creationId xmlns:a16="http://schemas.microsoft.com/office/drawing/2014/main" id="{FCF3FD55-4013-EB62-273A-07D8BC8AA20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88206" y="3330777"/>
            <a:ext cx="526614" cy="708284"/>
          </a:xfrm>
          <a:prstGeom prst="rect">
            <a:avLst/>
          </a:prstGeom>
        </p:spPr>
      </p:pic>
      <p:pic>
        <p:nvPicPr>
          <p:cNvPr id="31" name="Picture 30" descr="JWT Logo — Free SVG Icon &amp; React Component | Devicons">
            <a:extLst>
              <a:ext uri="{FF2B5EF4-FFF2-40B4-BE49-F238E27FC236}">
                <a16:creationId xmlns:a16="http://schemas.microsoft.com/office/drawing/2014/main" id="{379CBFD5-982F-F106-C237-E1B10CA7964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33457" y="6049024"/>
            <a:ext cx="430362" cy="430362"/>
          </a:xfrm>
          <a:prstGeom prst="rect">
            <a:avLst/>
          </a:prstGeom>
        </p:spPr>
      </p:pic>
      <p:pic>
        <p:nvPicPr>
          <p:cNvPr id="33" name="Picture 32" descr="Railway | The all-in-one intelligent cloud provider">
            <a:extLst>
              <a:ext uri="{FF2B5EF4-FFF2-40B4-BE49-F238E27FC236}">
                <a16:creationId xmlns:a16="http://schemas.microsoft.com/office/drawing/2014/main" id="{719D94DA-1AE1-70BD-6152-F202DCA2A2B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51855" y="6093937"/>
            <a:ext cx="549036" cy="549036"/>
          </a:xfrm>
          <a:prstGeom prst="rect">
            <a:avLst/>
          </a:prstGeom>
        </p:spPr>
      </p:pic>
      <p:pic>
        <p:nvPicPr>
          <p:cNvPr id="34" name="Graphic 33" descr="Vercel - Hostwizly">
            <a:extLst>
              <a:ext uri="{FF2B5EF4-FFF2-40B4-BE49-F238E27FC236}">
                <a16:creationId xmlns:a16="http://schemas.microsoft.com/office/drawing/2014/main" id="{39F2379A-0ADF-C588-14A6-DA3FF832F7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86048" y="6102584"/>
            <a:ext cx="525513" cy="525513"/>
          </a:xfrm>
          <a:prstGeom prst="rect">
            <a:avLst/>
          </a:prstGeom>
        </p:spPr>
      </p:pic>
      <p:pic>
        <p:nvPicPr>
          <p:cNvPr id="36" name="Picture 35" descr="Github Logo - Free social media icons">
            <a:extLst>
              <a:ext uri="{FF2B5EF4-FFF2-40B4-BE49-F238E27FC236}">
                <a16:creationId xmlns:a16="http://schemas.microsoft.com/office/drawing/2014/main" id="{BE74A8CA-61A8-B1DD-5C3A-608CD34B938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99609" y="6131692"/>
            <a:ext cx="495762" cy="495762"/>
          </a:xfrm>
          <a:prstGeom prst="rect">
            <a:avLst/>
          </a:prstGeom>
        </p:spPr>
      </p:pic>
      <p:pic>
        <p:nvPicPr>
          <p:cNvPr id="37" name="Picture 36" descr="Git Icon Logo Vector SVG Icon - SVG Repo">
            <a:extLst>
              <a:ext uri="{FF2B5EF4-FFF2-40B4-BE49-F238E27FC236}">
                <a16:creationId xmlns:a16="http://schemas.microsoft.com/office/drawing/2014/main" id="{A6D319C5-5BB3-B10A-85A2-3CA0A9AF251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19166" y="6110556"/>
            <a:ext cx="549036" cy="549036"/>
          </a:xfrm>
          <a:prstGeom prst="rect">
            <a:avLst/>
          </a:prstGeom>
        </p:spPr>
      </p:pic>
      <p:pic>
        <p:nvPicPr>
          <p:cNvPr id="38" name="Picture 37" descr="Postman - YouTube">
            <a:extLst>
              <a:ext uri="{FF2B5EF4-FFF2-40B4-BE49-F238E27FC236}">
                <a16:creationId xmlns:a16="http://schemas.microsoft.com/office/drawing/2014/main" id="{27B4E30C-6547-4663-790C-E5F54F06245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518481" y="6108170"/>
            <a:ext cx="507676" cy="507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78860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6AC1E45-BA01-0F26-23DF-07CA4259D958}"/>
              </a:ext>
            </a:extLst>
          </p:cNvPr>
          <p:cNvSpPr/>
          <p:nvPr/>
        </p:nvSpPr>
        <p:spPr>
          <a:xfrm>
            <a:off x="7806904" y="5799415"/>
            <a:ext cx="4447554" cy="1058586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072D059-2E31-F84C-BD43-B18D5C849272}"/>
              </a:ext>
            </a:extLst>
          </p:cNvPr>
          <p:cNvSpPr/>
          <p:nvPr/>
        </p:nvSpPr>
        <p:spPr>
          <a:xfrm>
            <a:off x="0" y="0"/>
            <a:ext cx="12192000" cy="1837086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336C2B0-10CF-F6FD-D3A1-98827B092FC6}"/>
              </a:ext>
            </a:extLst>
          </p:cNvPr>
          <p:cNvSpPr/>
          <p:nvPr/>
        </p:nvSpPr>
        <p:spPr>
          <a:xfrm>
            <a:off x="2950234" y="2682815"/>
            <a:ext cx="3878209" cy="638356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innerShdw blurRad="63500" dist="50800" dir="8100000">
              <a:prstClr val="black">
                <a:alpha val="50000"/>
              </a:prstClr>
            </a:inn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AF8C71-75E8-864B-19DD-DE3668FE3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System Architecture</a:t>
            </a:r>
            <a:endParaRPr lang="en-PK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8223A8-4157-EA2F-5DFC-848AFE9AC420}"/>
              </a:ext>
            </a:extLst>
          </p:cNvPr>
          <p:cNvSpPr txBox="1"/>
          <p:nvPr/>
        </p:nvSpPr>
        <p:spPr>
          <a:xfrm>
            <a:off x="3048802" y="2831242"/>
            <a:ext cx="38782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K" dirty="0">
                <a:solidFill>
                  <a:schemeClr val="bg1"/>
                </a:solidFill>
              </a:rPr>
              <a:t>React Client (</a:t>
            </a:r>
            <a:r>
              <a:rPr lang="en-PK" dirty="0" err="1">
                <a:solidFill>
                  <a:schemeClr val="bg1"/>
                </a:solidFill>
              </a:rPr>
              <a:t>Vercel</a:t>
            </a:r>
            <a:r>
              <a:rPr lang="en-PK" dirty="0">
                <a:solidFill>
                  <a:schemeClr val="bg1"/>
                </a:solidFill>
              </a:rPr>
              <a:t> static build)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3158C3F-2606-E462-AB18-C72A907A699F}"/>
              </a:ext>
            </a:extLst>
          </p:cNvPr>
          <p:cNvSpPr/>
          <p:nvPr/>
        </p:nvSpPr>
        <p:spPr>
          <a:xfrm>
            <a:off x="2950234" y="4247414"/>
            <a:ext cx="3878209" cy="504274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innerShdw blurRad="63500" dist="50800" dir="8100000">
              <a:prstClr val="black">
                <a:alpha val="50000"/>
              </a:prstClr>
            </a:inn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F17FA6-B0CA-D34A-A749-EFC0C5D7A91C}"/>
              </a:ext>
            </a:extLst>
          </p:cNvPr>
          <p:cNvSpPr txBox="1"/>
          <p:nvPr/>
        </p:nvSpPr>
        <p:spPr>
          <a:xfrm>
            <a:off x="3048802" y="4315328"/>
            <a:ext cx="38782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K" dirty="0">
                <a:solidFill>
                  <a:schemeClr val="bg1"/>
                </a:solidFill>
              </a:rPr>
              <a:t>Express API </a:t>
            </a:r>
            <a:r>
              <a:rPr lang="en-US" dirty="0">
                <a:solidFill>
                  <a:schemeClr val="bg1"/>
                </a:solidFill>
              </a:rPr>
              <a:t>(Hosted on Railways)</a:t>
            </a:r>
            <a:endParaRPr lang="en-PK" dirty="0">
              <a:solidFill>
                <a:schemeClr val="bg1"/>
              </a:solidFill>
            </a:endParaRPr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11318B06-BBDE-A648-C308-A815887664BB}"/>
              </a:ext>
            </a:extLst>
          </p:cNvPr>
          <p:cNvSpPr/>
          <p:nvPr/>
        </p:nvSpPr>
        <p:spPr>
          <a:xfrm>
            <a:off x="4666891" y="3488461"/>
            <a:ext cx="484632" cy="638356"/>
          </a:xfrm>
          <a:prstGeom prst="downArrow">
            <a:avLst/>
          </a:prstGeom>
          <a:solidFill>
            <a:schemeClr val="accent1">
              <a:alpha val="50000"/>
            </a:schemeClr>
          </a:solidFill>
          <a:ln>
            <a:noFill/>
          </a:ln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C5DD446C-F417-EF3D-B5BD-DA39F8BC1D00}"/>
              </a:ext>
            </a:extLst>
          </p:cNvPr>
          <p:cNvSpPr/>
          <p:nvPr/>
        </p:nvSpPr>
        <p:spPr>
          <a:xfrm>
            <a:off x="4666891" y="4977442"/>
            <a:ext cx="484632" cy="638356"/>
          </a:xfrm>
          <a:prstGeom prst="downArrow">
            <a:avLst/>
          </a:prstGeom>
          <a:solidFill>
            <a:schemeClr val="accent1">
              <a:alpha val="50000"/>
            </a:schemeClr>
          </a:solidFill>
          <a:ln>
            <a:noFill/>
          </a:ln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83B7F61-DFD3-3483-6E6F-C1F05232D544}"/>
              </a:ext>
            </a:extLst>
          </p:cNvPr>
          <p:cNvSpPr/>
          <p:nvPr/>
        </p:nvSpPr>
        <p:spPr>
          <a:xfrm>
            <a:off x="2950233" y="5799414"/>
            <a:ext cx="3878209" cy="504274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innerShdw blurRad="63500" dist="50800" dir="8100000">
              <a:prstClr val="black">
                <a:alpha val="50000"/>
              </a:prstClr>
            </a:inn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E512019-CD06-29CC-E15B-24B65826C5D0}"/>
              </a:ext>
            </a:extLst>
          </p:cNvPr>
          <p:cNvSpPr txBox="1"/>
          <p:nvPr/>
        </p:nvSpPr>
        <p:spPr>
          <a:xfrm>
            <a:off x="3048801" y="5867328"/>
            <a:ext cx="38782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MongoDB Atlas</a:t>
            </a:r>
            <a:endParaRPr lang="en-PK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446613-B39C-3D7F-C771-6AE80886087B}"/>
              </a:ext>
            </a:extLst>
          </p:cNvPr>
          <p:cNvSpPr txBox="1"/>
          <p:nvPr/>
        </p:nvSpPr>
        <p:spPr>
          <a:xfrm>
            <a:off x="7806904" y="5842023"/>
            <a:ext cx="413064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/>
            <a:r>
              <a:rPr lang="en-PK" dirty="0">
                <a:solidFill>
                  <a:schemeClr val="bg1"/>
                </a:solidFill>
              </a:rPr>
              <a:t>Client and API are </a:t>
            </a:r>
            <a:r>
              <a:rPr lang="en-US" dirty="0">
                <a:solidFill>
                  <a:schemeClr val="bg1"/>
                </a:solidFill>
              </a:rPr>
              <a:t>both independently deployed </a:t>
            </a:r>
            <a:r>
              <a:rPr lang="en-PK" dirty="0">
                <a:solidFill>
                  <a:schemeClr val="bg1"/>
                </a:solidFill>
              </a:rPr>
              <a:t>from a single </a:t>
            </a:r>
            <a:r>
              <a:rPr lang="en-PK" dirty="0" err="1">
                <a:solidFill>
                  <a:schemeClr val="bg1"/>
                </a:solidFill>
              </a:rPr>
              <a:t>monorepo</a:t>
            </a:r>
            <a:endParaRPr lang="en-PK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429C608-1C83-0192-3380-8EDA1A80F3B6}"/>
              </a:ext>
            </a:extLst>
          </p:cNvPr>
          <p:cNvSpPr txBox="1"/>
          <p:nvPr/>
        </p:nvSpPr>
        <p:spPr>
          <a:xfrm>
            <a:off x="5613639" y="3521258"/>
            <a:ext cx="49364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K" dirty="0"/>
              <a:t>HTTPS + JSON, JWT in Authorization header</a:t>
            </a:r>
          </a:p>
        </p:txBody>
      </p:sp>
    </p:spTree>
    <p:extLst>
      <p:ext uri="{BB962C8B-B14F-4D97-AF65-F5344CB8AC3E}">
        <p14:creationId xmlns:p14="http://schemas.microsoft.com/office/powerpoint/2010/main" val="18565860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7B1FA-66BD-4CB0-074D-3C5736600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2971" y="624110"/>
            <a:ext cx="3888871" cy="1280890"/>
          </a:xfrm>
        </p:spPr>
        <p:txBody>
          <a:bodyPr/>
          <a:lstStyle/>
          <a:p>
            <a:r>
              <a:rPr lang="en-US" dirty="0"/>
              <a:t>File </a:t>
            </a:r>
            <a:r>
              <a:rPr lang="en-US" dirty="0" err="1"/>
              <a:t>Heirarchy</a:t>
            </a:r>
            <a:endParaRPr lang="en-PK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438E685-F7F1-FC93-F290-BCBEBB4FE9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1883" y="0"/>
            <a:ext cx="2430117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62ABF6B-26B9-01DE-80FF-BE882E3FD7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3822" y="0"/>
            <a:ext cx="374806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38510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4BB6197-F7BF-05CE-6E70-973976ADE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Model</a:t>
            </a:r>
            <a:endParaRPr lang="en-PK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7903081D-C615-E374-DEB5-D4F2BECD953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38532664"/>
              </p:ext>
            </p:extLst>
          </p:nvPr>
        </p:nvGraphicFramePr>
        <p:xfrm>
          <a:off x="2589213" y="2133599"/>
          <a:ext cx="8915400" cy="43977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7285">
                  <a:extLst>
                    <a:ext uri="{9D8B030D-6E8A-4147-A177-3AD203B41FA5}">
                      <a16:colId xmlns:a16="http://schemas.microsoft.com/office/drawing/2014/main" val="4115230355"/>
                    </a:ext>
                  </a:extLst>
                </a:gridCol>
                <a:gridCol w="2173857">
                  <a:extLst>
                    <a:ext uri="{9D8B030D-6E8A-4147-A177-3AD203B41FA5}">
                      <a16:colId xmlns:a16="http://schemas.microsoft.com/office/drawing/2014/main" val="489125238"/>
                    </a:ext>
                  </a:extLst>
                </a:gridCol>
                <a:gridCol w="4065408">
                  <a:extLst>
                    <a:ext uri="{9D8B030D-6E8A-4147-A177-3AD203B41FA5}">
                      <a16:colId xmlns:a16="http://schemas.microsoft.com/office/drawing/2014/main" val="860289412"/>
                    </a:ext>
                  </a:extLst>
                </a:gridCol>
                <a:gridCol w="2228850">
                  <a:extLst>
                    <a:ext uri="{9D8B030D-6E8A-4147-A177-3AD203B41FA5}">
                      <a16:colId xmlns:a16="http://schemas.microsoft.com/office/drawing/2014/main" val="1811804002"/>
                    </a:ext>
                  </a:extLst>
                </a:gridCol>
              </a:tblGrid>
              <a:tr h="666630">
                <a:tc>
                  <a:txBody>
                    <a:bodyPr/>
                    <a:lstStyle/>
                    <a:p>
                      <a:endParaRPr lang="en-PK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Collection</a:t>
                      </a:r>
                      <a:endParaRPr lang="en-PK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Key Fields</a:t>
                      </a:r>
                      <a:endParaRPr lang="en-PK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References</a:t>
                      </a:r>
                      <a:endParaRPr lang="en-PK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69348753"/>
                  </a:ext>
                </a:extLst>
              </a:tr>
              <a:tr h="666630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chemeClr val="accent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chemeClr val="accent1"/>
                          </a:solidFill>
                        </a:rPr>
                        <a:t>User</a:t>
                      </a:r>
                      <a:endParaRPr lang="en-PK" sz="2000" b="1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PK" sz="2000" b="1" dirty="0">
                          <a:solidFill>
                            <a:schemeClr val="accent1"/>
                          </a:solidFill>
                        </a:rPr>
                        <a:t>email, </a:t>
                      </a:r>
                      <a:r>
                        <a:rPr lang="en-PK" sz="2000" b="1" dirty="0" err="1">
                          <a:solidFill>
                            <a:schemeClr val="accent1"/>
                          </a:solidFill>
                        </a:rPr>
                        <a:t>passwordHash</a:t>
                      </a:r>
                      <a:r>
                        <a:rPr lang="en-PK" sz="2000" b="1" dirty="0">
                          <a:solidFill>
                            <a:schemeClr val="accent1"/>
                          </a:solidFill>
                        </a:rPr>
                        <a:t>, role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chemeClr val="accent1"/>
                          </a:solidFill>
                        </a:rPr>
                        <a:t>-</a:t>
                      </a:r>
                      <a:endParaRPr lang="en-PK" sz="2000" b="1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23255828"/>
                  </a:ext>
                </a:extLst>
              </a:tr>
              <a:tr h="656567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chemeClr val="accent1"/>
                          </a:solidFill>
                        </a:rPr>
                        <a:t>2</a:t>
                      </a:r>
                      <a:endParaRPr lang="en-PK" sz="2000" b="1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chemeClr val="accent1"/>
                          </a:solidFill>
                        </a:rPr>
                        <a:t>Product</a:t>
                      </a:r>
                      <a:endParaRPr lang="en-PK" sz="2000" b="1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PK" sz="2000" b="1" dirty="0">
                          <a:solidFill>
                            <a:schemeClr val="accent1"/>
                          </a:solidFill>
                        </a:rPr>
                        <a:t>name, price, category, stock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chemeClr val="accent1"/>
                          </a:solidFill>
                        </a:rPr>
                        <a:t>-</a:t>
                      </a:r>
                      <a:endParaRPr lang="en-PK" sz="2000" b="1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61917639"/>
                  </a:ext>
                </a:extLst>
              </a:tr>
              <a:tr h="376783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chemeClr val="accent1"/>
                          </a:solidFill>
                        </a:rPr>
                        <a:t>3</a:t>
                      </a:r>
                      <a:endParaRPr lang="en-PK" sz="2000" b="1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chemeClr val="accent1"/>
                          </a:solidFill>
                        </a:rPr>
                        <a:t>Cart</a:t>
                      </a:r>
                      <a:endParaRPr lang="en-PK" sz="2000" b="1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PK" sz="2000" b="1" dirty="0">
                          <a:solidFill>
                            <a:schemeClr val="accent1"/>
                          </a:solidFill>
                        </a:rPr>
                        <a:t>items[]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chemeClr val="accent1"/>
                          </a:solidFill>
                        </a:rPr>
                        <a:t>-&gt; User , -&gt;Product</a:t>
                      </a:r>
                      <a:endParaRPr lang="en-PK" sz="2000" b="1" dirty="0">
                        <a:solidFill>
                          <a:schemeClr val="accent1"/>
                        </a:solidFill>
                      </a:endParaRPr>
                    </a:p>
                    <a:p>
                      <a:pPr algn="l"/>
                      <a:endParaRPr lang="en-PK" sz="2000" b="1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34333712"/>
                  </a:ext>
                </a:extLst>
              </a:tr>
              <a:tr h="666630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chemeClr val="accent1"/>
                          </a:solidFill>
                        </a:rPr>
                        <a:t>4</a:t>
                      </a:r>
                      <a:endParaRPr lang="en-PK" sz="2000" b="1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chemeClr val="accent1"/>
                          </a:solidFill>
                        </a:rPr>
                        <a:t>Coupon</a:t>
                      </a:r>
                      <a:endParaRPr lang="en-PK" sz="2000" b="1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PK" sz="2000" b="1" dirty="0">
                          <a:solidFill>
                            <a:schemeClr val="accent1"/>
                          </a:solidFill>
                        </a:rPr>
                        <a:t>code, </a:t>
                      </a:r>
                      <a:r>
                        <a:rPr lang="en-PK" sz="2000" b="1" dirty="0" err="1">
                          <a:solidFill>
                            <a:schemeClr val="accent1"/>
                          </a:solidFill>
                        </a:rPr>
                        <a:t>discountPercent</a:t>
                      </a:r>
                      <a:r>
                        <a:rPr lang="en-PK" sz="2000" b="1" dirty="0">
                          <a:solidFill>
                            <a:schemeClr val="accent1"/>
                          </a:solidFill>
                        </a:rPr>
                        <a:t>, </a:t>
                      </a:r>
                      <a:r>
                        <a:rPr lang="en-PK" sz="2000" b="1" dirty="0" err="1">
                          <a:solidFill>
                            <a:schemeClr val="accent1"/>
                          </a:solidFill>
                        </a:rPr>
                        <a:t>expiresAt</a:t>
                      </a:r>
                      <a:endParaRPr lang="en-PK" sz="2000" b="1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chemeClr val="accent1"/>
                          </a:solidFill>
                        </a:rPr>
                        <a:t>-</a:t>
                      </a:r>
                      <a:endParaRPr lang="en-PK" sz="2000" b="1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3628366"/>
                  </a:ext>
                </a:extLst>
              </a:tr>
              <a:tr h="666630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chemeClr val="accent1"/>
                          </a:solidFill>
                        </a:rPr>
                        <a:t>5</a:t>
                      </a:r>
                      <a:endParaRPr lang="en-PK" sz="2000" b="1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chemeClr val="accent1"/>
                          </a:solidFill>
                        </a:rPr>
                        <a:t>Order</a:t>
                      </a:r>
                      <a:endParaRPr lang="en-PK" sz="2000" b="1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PK" sz="2000" b="1" dirty="0">
                          <a:solidFill>
                            <a:schemeClr val="accent1"/>
                          </a:solidFill>
                        </a:rPr>
                        <a:t>items[], subtotal, total, status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chemeClr val="accent1"/>
                          </a:solidFill>
                        </a:rPr>
                        <a:t>-&gt; User , -&gt;Product</a:t>
                      </a:r>
                      <a:endParaRPr lang="en-PK" sz="2000" b="1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191076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2491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7EDF41E-C0C7-A1D6-062E-BF5EB86F12E1}"/>
              </a:ext>
            </a:extLst>
          </p:cNvPr>
          <p:cNvSpPr/>
          <p:nvPr/>
        </p:nvSpPr>
        <p:spPr>
          <a:xfrm>
            <a:off x="2689727" y="1227994"/>
            <a:ext cx="7421485" cy="4397828"/>
          </a:xfrm>
          <a:prstGeom prst="roundRect">
            <a:avLst/>
          </a:prstGeom>
          <a:solidFill>
            <a:srgbClr val="647252"/>
          </a:solidFill>
          <a:ln>
            <a:noFill/>
          </a:ln>
          <a:effectLst>
            <a:outerShdw blurRad="184150" dist="241300" dir="11520000" sx="110000" sy="110000" algn="ctr">
              <a:srgbClr val="000000">
                <a:alpha val="18000"/>
              </a:srgbClr>
            </a:outerShdw>
          </a:effectLst>
          <a:scene3d>
            <a:camera prst="perspectiveFront" fov="5100000">
              <a:rot lat="0" lon="2100000" rev="0"/>
            </a:camera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7C9361-A8C7-2CD7-2552-58FF00E8C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API Design</a:t>
            </a:r>
            <a:br>
              <a:rPr lang="en-US" dirty="0"/>
            </a:b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EA5AEC-7EB8-6158-D116-40B2DD198B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43381" y="2314903"/>
            <a:ext cx="2333308" cy="2367192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bg1"/>
                </a:solidFill>
              </a:rPr>
              <a:t>Auth [5]</a:t>
            </a:r>
          </a:p>
          <a:p>
            <a:pPr marL="457200" lvl="1" indent="0">
              <a:buNone/>
            </a:pPr>
            <a:r>
              <a:rPr lang="en-US" dirty="0">
                <a:solidFill>
                  <a:schemeClr val="bg1"/>
                </a:solidFill>
              </a:rPr>
              <a:t>Login</a:t>
            </a:r>
          </a:p>
          <a:p>
            <a:pPr marL="457200" lvl="1" indent="0">
              <a:buNone/>
            </a:pPr>
            <a:r>
              <a:rPr lang="en-US" dirty="0">
                <a:solidFill>
                  <a:schemeClr val="bg1"/>
                </a:solidFill>
              </a:rPr>
              <a:t>Register</a:t>
            </a:r>
          </a:p>
          <a:p>
            <a:pPr marL="457200" lvl="1" indent="0">
              <a:buNone/>
            </a:pPr>
            <a:r>
              <a:rPr lang="en-US" dirty="0">
                <a:solidFill>
                  <a:schemeClr val="bg1"/>
                </a:solidFill>
              </a:rPr>
              <a:t>Forgot Password</a:t>
            </a:r>
          </a:p>
          <a:p>
            <a:pPr marL="457200" lvl="1" indent="0">
              <a:buNone/>
            </a:pPr>
            <a:r>
              <a:rPr lang="en-US" dirty="0">
                <a:solidFill>
                  <a:schemeClr val="bg1"/>
                </a:solidFill>
              </a:rPr>
              <a:t>Me</a:t>
            </a:r>
          </a:p>
          <a:p>
            <a:pPr marL="457200" lvl="1" indent="0">
              <a:buNone/>
            </a:pPr>
            <a:r>
              <a:rPr lang="en-US" dirty="0">
                <a:solidFill>
                  <a:schemeClr val="bg1"/>
                </a:solidFill>
              </a:rPr>
              <a:t>Reset Password</a:t>
            </a:r>
          </a:p>
          <a:p>
            <a:pPr marL="0" indent="0">
              <a:buNone/>
            </a:pPr>
            <a:endParaRPr lang="en-PK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F2B4AD-F228-C816-A5DE-BD9504D48DCF}"/>
              </a:ext>
            </a:extLst>
          </p:cNvPr>
          <p:cNvSpPr txBox="1"/>
          <p:nvPr/>
        </p:nvSpPr>
        <p:spPr>
          <a:xfrm>
            <a:off x="5765908" y="1348555"/>
            <a:ext cx="60998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dirty="0">
                <a:solidFill>
                  <a:schemeClr val="bg1"/>
                </a:solidFill>
              </a:rPr>
              <a:t>There are </a:t>
            </a:r>
            <a:r>
              <a:rPr lang="en-PK" dirty="0">
                <a:solidFill>
                  <a:schemeClr val="bg1"/>
                </a:solidFill>
              </a:rPr>
              <a:t>19 REST endpoints across 5 resources: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F1DD7B6-F3F6-BEAA-3303-E9EB26FD56CA}"/>
              </a:ext>
            </a:extLst>
          </p:cNvPr>
          <p:cNvSpPr txBox="1">
            <a:spLocks/>
          </p:cNvSpPr>
          <p:nvPr/>
        </p:nvSpPr>
        <p:spPr>
          <a:xfrm>
            <a:off x="4661297" y="2786767"/>
            <a:ext cx="2333308" cy="23671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bg1"/>
                </a:solidFill>
              </a:rPr>
              <a:t>Products [6]</a:t>
            </a:r>
          </a:p>
          <a:p>
            <a:pPr marL="457200" lvl="1" indent="0">
              <a:buNone/>
            </a:pPr>
            <a:r>
              <a:rPr lang="en-US" dirty="0">
                <a:solidFill>
                  <a:schemeClr val="bg1"/>
                </a:solidFill>
              </a:rPr>
              <a:t>L</a:t>
            </a:r>
            <a:r>
              <a:rPr lang="en-PK" dirty="0" err="1">
                <a:solidFill>
                  <a:schemeClr val="bg1"/>
                </a:solidFill>
              </a:rPr>
              <a:t>ist</a:t>
            </a:r>
            <a:r>
              <a:rPr lang="en-PK" dirty="0">
                <a:solidFill>
                  <a:schemeClr val="bg1"/>
                </a:solidFill>
              </a:rPr>
              <a:t> </a:t>
            </a:r>
            <a:endParaRPr lang="en-US" dirty="0">
              <a:solidFill>
                <a:schemeClr val="bg1"/>
              </a:solidFill>
            </a:endParaRPr>
          </a:p>
          <a:p>
            <a:pPr marL="457200" lvl="1" indent="0">
              <a:buNone/>
            </a:pPr>
            <a:r>
              <a:rPr lang="en-US" dirty="0">
                <a:solidFill>
                  <a:schemeClr val="bg1"/>
                </a:solidFill>
              </a:rPr>
              <a:t>G</a:t>
            </a:r>
            <a:r>
              <a:rPr lang="en-PK" dirty="0">
                <a:solidFill>
                  <a:schemeClr val="bg1"/>
                </a:solidFill>
              </a:rPr>
              <a:t>et one</a:t>
            </a:r>
            <a:endParaRPr lang="en-US" dirty="0">
              <a:solidFill>
                <a:schemeClr val="bg1"/>
              </a:solidFill>
            </a:endParaRPr>
          </a:p>
          <a:p>
            <a:pPr marL="457200" lvl="1" indent="0">
              <a:buNone/>
            </a:pPr>
            <a:r>
              <a:rPr lang="en-US" dirty="0">
                <a:solidFill>
                  <a:schemeClr val="bg1"/>
                </a:solidFill>
              </a:rPr>
              <a:t>C</a:t>
            </a:r>
            <a:r>
              <a:rPr lang="en-PK" dirty="0" err="1">
                <a:solidFill>
                  <a:schemeClr val="bg1"/>
                </a:solidFill>
              </a:rPr>
              <a:t>reate</a:t>
            </a:r>
            <a:r>
              <a:rPr lang="en-US" dirty="0">
                <a:solidFill>
                  <a:schemeClr val="bg1"/>
                </a:solidFill>
              </a:rPr>
              <a:t>/R</a:t>
            </a:r>
            <a:r>
              <a:rPr lang="en-PK" dirty="0" err="1">
                <a:solidFill>
                  <a:schemeClr val="bg1"/>
                </a:solidFill>
              </a:rPr>
              <a:t>eplace</a:t>
            </a:r>
            <a:r>
              <a:rPr lang="en-PK" dirty="0">
                <a:solidFill>
                  <a:schemeClr val="bg1"/>
                </a:solidFill>
              </a:rPr>
              <a:t>/</a:t>
            </a:r>
            <a:r>
              <a:rPr lang="en-US" dirty="0">
                <a:solidFill>
                  <a:schemeClr val="bg1"/>
                </a:solidFill>
              </a:rPr>
              <a:t>U</a:t>
            </a:r>
            <a:r>
              <a:rPr lang="en-PK" dirty="0" err="1">
                <a:solidFill>
                  <a:schemeClr val="bg1"/>
                </a:solidFill>
              </a:rPr>
              <a:t>pdate</a:t>
            </a:r>
            <a:r>
              <a:rPr lang="en-PK" dirty="0">
                <a:solidFill>
                  <a:schemeClr val="bg1"/>
                </a:solidFill>
              </a:rPr>
              <a:t>/</a:t>
            </a:r>
            <a:r>
              <a:rPr lang="en-US" dirty="0">
                <a:solidFill>
                  <a:schemeClr val="bg1"/>
                </a:solidFill>
              </a:rPr>
              <a:t>D</a:t>
            </a:r>
            <a:r>
              <a:rPr lang="en-PK" dirty="0" err="1">
                <a:solidFill>
                  <a:schemeClr val="bg1"/>
                </a:solidFill>
              </a:rPr>
              <a:t>elete</a:t>
            </a:r>
            <a:r>
              <a:rPr lang="en-PK" dirty="0">
                <a:solidFill>
                  <a:schemeClr val="bg1"/>
                </a:solidFill>
              </a:rPr>
              <a:t> (admin)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AFE70536-C49E-51A9-29A8-E483B753FB23}"/>
              </a:ext>
            </a:extLst>
          </p:cNvPr>
          <p:cNvSpPr txBox="1">
            <a:spLocks/>
          </p:cNvSpPr>
          <p:nvPr/>
        </p:nvSpPr>
        <p:spPr>
          <a:xfrm>
            <a:off x="8893334" y="2025561"/>
            <a:ext cx="2333308" cy="23671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bg1"/>
                </a:solidFill>
              </a:rPr>
              <a:t>Cart [4]</a:t>
            </a:r>
          </a:p>
          <a:p>
            <a:pPr marL="457200" lvl="1" indent="0">
              <a:buNone/>
            </a:pPr>
            <a:r>
              <a:rPr lang="en-US" dirty="0">
                <a:solidFill>
                  <a:schemeClr val="bg1"/>
                </a:solidFill>
              </a:rPr>
              <a:t>G</a:t>
            </a:r>
            <a:r>
              <a:rPr lang="en-PK" dirty="0">
                <a:solidFill>
                  <a:schemeClr val="bg1"/>
                </a:solidFill>
              </a:rPr>
              <a:t>et</a:t>
            </a:r>
            <a:endParaRPr lang="en-US" dirty="0">
              <a:solidFill>
                <a:schemeClr val="bg1"/>
              </a:solidFill>
            </a:endParaRPr>
          </a:p>
          <a:p>
            <a:pPr marL="457200" lvl="1" indent="0">
              <a:buNone/>
            </a:pPr>
            <a:r>
              <a:rPr lang="en-US" dirty="0">
                <a:solidFill>
                  <a:schemeClr val="bg1"/>
                </a:solidFill>
              </a:rPr>
              <a:t>A</a:t>
            </a:r>
            <a:r>
              <a:rPr lang="en-PK" dirty="0">
                <a:solidFill>
                  <a:schemeClr val="bg1"/>
                </a:solidFill>
              </a:rPr>
              <a:t>dd item</a:t>
            </a:r>
            <a:endParaRPr lang="en-US" dirty="0">
              <a:solidFill>
                <a:schemeClr val="bg1"/>
              </a:solidFill>
            </a:endParaRPr>
          </a:p>
          <a:p>
            <a:pPr marL="457200" lvl="1" indent="0">
              <a:buNone/>
            </a:pPr>
            <a:r>
              <a:rPr lang="en-US" dirty="0">
                <a:solidFill>
                  <a:schemeClr val="bg1"/>
                </a:solidFill>
              </a:rPr>
              <a:t>U</a:t>
            </a:r>
            <a:r>
              <a:rPr lang="en-PK" dirty="0" err="1">
                <a:solidFill>
                  <a:schemeClr val="bg1"/>
                </a:solidFill>
              </a:rPr>
              <a:t>pdate</a:t>
            </a:r>
            <a:r>
              <a:rPr lang="en-PK" dirty="0">
                <a:solidFill>
                  <a:schemeClr val="bg1"/>
                </a:solidFill>
              </a:rPr>
              <a:t> quantity</a:t>
            </a:r>
            <a:endParaRPr lang="en-US" dirty="0">
              <a:solidFill>
                <a:schemeClr val="bg1"/>
              </a:solidFill>
            </a:endParaRPr>
          </a:p>
          <a:p>
            <a:pPr marL="457200" lvl="1" indent="0">
              <a:buNone/>
            </a:pPr>
            <a:r>
              <a:rPr lang="en-US" dirty="0">
                <a:solidFill>
                  <a:schemeClr val="bg1"/>
                </a:solidFill>
              </a:rPr>
              <a:t>R</a:t>
            </a:r>
            <a:r>
              <a:rPr lang="en-PK" dirty="0" err="1">
                <a:solidFill>
                  <a:schemeClr val="bg1"/>
                </a:solidFill>
              </a:rPr>
              <a:t>emove</a:t>
            </a:r>
            <a:r>
              <a:rPr lang="en-PK" dirty="0">
                <a:solidFill>
                  <a:schemeClr val="bg1"/>
                </a:solidFill>
              </a:rPr>
              <a:t> item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F6ADD9D5-E37C-9832-4422-5CBAA72E675A}"/>
              </a:ext>
            </a:extLst>
          </p:cNvPr>
          <p:cNvSpPr txBox="1">
            <a:spLocks/>
          </p:cNvSpPr>
          <p:nvPr/>
        </p:nvSpPr>
        <p:spPr>
          <a:xfrm>
            <a:off x="7168965" y="4769850"/>
            <a:ext cx="2333308" cy="23671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bg1"/>
                </a:solidFill>
              </a:rPr>
              <a:t>Coupon [1]</a:t>
            </a:r>
          </a:p>
          <a:p>
            <a:pPr marL="457200" lvl="1" indent="0">
              <a:buNone/>
            </a:pPr>
            <a:r>
              <a:rPr lang="en-US" dirty="0">
                <a:solidFill>
                  <a:schemeClr val="bg1"/>
                </a:solidFill>
              </a:rPr>
              <a:t>Validate</a:t>
            </a:r>
            <a:endParaRPr lang="en-PK" dirty="0">
              <a:solidFill>
                <a:schemeClr val="bg1"/>
              </a:solidFill>
            </a:endParaRP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5AD3D6F0-3433-401C-75AA-2D9E27930EB7}"/>
              </a:ext>
            </a:extLst>
          </p:cNvPr>
          <p:cNvSpPr txBox="1">
            <a:spLocks/>
          </p:cNvSpPr>
          <p:nvPr/>
        </p:nvSpPr>
        <p:spPr>
          <a:xfrm>
            <a:off x="9171303" y="4325849"/>
            <a:ext cx="2333308" cy="23671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bg1"/>
                </a:solidFill>
              </a:rPr>
              <a:t>Order [3]</a:t>
            </a:r>
          </a:p>
          <a:p>
            <a:pPr marL="457200" lvl="1" indent="0">
              <a:buNone/>
            </a:pPr>
            <a:r>
              <a:rPr lang="en-US" dirty="0">
                <a:solidFill>
                  <a:schemeClr val="bg1"/>
                </a:solidFill>
              </a:rPr>
              <a:t>G</a:t>
            </a:r>
            <a:r>
              <a:rPr lang="en-PK" dirty="0">
                <a:solidFill>
                  <a:schemeClr val="bg1"/>
                </a:solidFill>
              </a:rPr>
              <a:t>et</a:t>
            </a:r>
            <a:r>
              <a:rPr lang="en-US" dirty="0">
                <a:solidFill>
                  <a:schemeClr val="bg1"/>
                </a:solidFill>
              </a:rPr>
              <a:t> one</a:t>
            </a:r>
          </a:p>
          <a:p>
            <a:pPr marL="457200" lvl="1" indent="0">
              <a:buNone/>
            </a:pPr>
            <a:r>
              <a:rPr lang="en-US" dirty="0">
                <a:solidFill>
                  <a:schemeClr val="bg1"/>
                </a:solidFill>
              </a:rPr>
              <a:t>Checkout</a:t>
            </a:r>
          </a:p>
          <a:p>
            <a:pPr marL="457200" lvl="1" indent="0">
              <a:buNone/>
            </a:pPr>
            <a:r>
              <a:rPr lang="en-US" dirty="0">
                <a:solidFill>
                  <a:schemeClr val="bg1"/>
                </a:solidFill>
              </a:rPr>
              <a:t>List history</a:t>
            </a:r>
            <a:endParaRPr lang="en-PK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51468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EE1A71F-2664-4E38-A47B-A6F74A66A5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95A2202-3CDB-4BEB-B357-591207B19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06695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56EF58-DC8A-4251-E113-E4021E9B4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3391" y="624110"/>
            <a:ext cx="9383408" cy="1280890"/>
          </a:xfrm>
          <a:ln>
            <a:solidFill>
              <a:srgbClr val="647252"/>
            </a:solidFill>
          </a:ln>
        </p:spPr>
        <p:txBody>
          <a:bodyPr>
            <a:normAutofit/>
          </a:bodyPr>
          <a:lstStyle/>
          <a:p>
            <a:r>
              <a:rPr lang="en-PK" dirty="0">
                <a:solidFill>
                  <a:schemeClr val="bg1"/>
                </a:solidFill>
              </a:rPr>
              <a:t>Authentication Flow</a:t>
            </a:r>
          </a:p>
        </p:txBody>
      </p:sp>
      <p:sp>
        <p:nvSpPr>
          <p:cNvPr id="13" name="Freeform 11">
            <a:extLst>
              <a:ext uri="{FF2B5EF4-FFF2-40B4-BE49-F238E27FC236}">
                <a16:creationId xmlns:a16="http://schemas.microsoft.com/office/drawing/2014/main" id="{3AD441E9-6D75-456C-B0AE-40B2012E17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PK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454BCAD-A576-1656-B8CC-C6D37B6431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92309222"/>
              </p:ext>
            </p:extLst>
          </p:nvPr>
        </p:nvGraphicFramePr>
        <p:xfrm>
          <a:off x="961012" y="2930805"/>
          <a:ext cx="10265786" cy="29619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96151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B5E4CBEC-18A2-4509-A45D-D5E653582C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059079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9632FF-F970-2134-D9CC-741AE057F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893" y="3101093"/>
            <a:ext cx="2454052" cy="3029344"/>
          </a:xfrm>
        </p:spPr>
        <p:txBody>
          <a:bodyPr>
            <a:normAutofit/>
          </a:bodyPr>
          <a:lstStyle/>
          <a:p>
            <a:r>
              <a:rPr lang="en-PK" sz="3200">
                <a:solidFill>
                  <a:schemeClr val="bg1"/>
                </a:solidFill>
              </a:rPr>
              <a:t>Security Measures</a:t>
            </a:r>
          </a:p>
        </p:txBody>
      </p:sp>
      <p:sp>
        <p:nvSpPr>
          <p:cNvPr id="13" name="Freeform 11">
            <a:extLst>
              <a:ext uri="{FF2B5EF4-FFF2-40B4-BE49-F238E27FC236}">
                <a16:creationId xmlns:a16="http://schemas.microsoft.com/office/drawing/2014/main" id="{0A5EA4A7-4381-4FC6-AA9A-C9EA77B84F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59" y="3179901"/>
            <a:ext cx="1098194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PK"/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E6295D53-0474-4725-85BE-1F15FCC2D9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95736" y="0"/>
            <a:ext cx="739626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Content Placeholder 4">
            <a:extLst>
              <a:ext uri="{FF2B5EF4-FFF2-40B4-BE49-F238E27FC236}">
                <a16:creationId xmlns:a16="http://schemas.microsoft.com/office/drawing/2014/main" id="{8D674A63-AAF5-BE18-F73B-04FC7646A77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31720251"/>
              </p:ext>
            </p:extLst>
          </p:nvPr>
        </p:nvGraphicFramePr>
        <p:xfrm>
          <a:off x="4713144" y="641551"/>
          <a:ext cx="6832212" cy="52647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707226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C2ED0803-0133-49C2-9858-E132FF173A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1ED267-463E-CF87-469A-8AC81B641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4897" y="624110"/>
            <a:ext cx="9712998" cy="1280890"/>
          </a:xfrm>
        </p:spPr>
        <p:txBody>
          <a:bodyPr>
            <a:normAutofit/>
          </a:bodyPr>
          <a:lstStyle/>
          <a:p>
            <a:r>
              <a:rPr lang="en-US"/>
              <a:t>Testing </a:t>
            </a:r>
            <a:endParaRPr lang="en-PK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379F6D6-AB42-424F-9B81-E57F502B6A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30" name="Freeform 11">
            <a:extLst>
              <a:ext uri="{FF2B5EF4-FFF2-40B4-BE49-F238E27FC236}">
                <a16:creationId xmlns:a16="http://schemas.microsoft.com/office/drawing/2014/main" id="{5BAFE5D0-C0A7-4C07-B852-6F0A7CF2AD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PK"/>
          </a:p>
        </p:txBody>
      </p:sp>
      <p:graphicFrame>
        <p:nvGraphicFramePr>
          <p:cNvPr id="31" name="TextBox 6">
            <a:extLst>
              <a:ext uri="{FF2B5EF4-FFF2-40B4-BE49-F238E27FC236}">
                <a16:creationId xmlns:a16="http://schemas.microsoft.com/office/drawing/2014/main" id="{D7E326D3-A497-5487-587F-09F05961CA4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45516439"/>
              </p:ext>
            </p:extLst>
          </p:nvPr>
        </p:nvGraphicFramePr>
        <p:xfrm>
          <a:off x="1794897" y="2222983"/>
          <a:ext cx="8987404" cy="36539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E11E30F8-099A-E2B2-8B2E-84EEE70774F4}"/>
              </a:ext>
            </a:extLst>
          </p:cNvPr>
          <p:cNvSpPr txBox="1"/>
          <p:nvPr/>
        </p:nvSpPr>
        <p:spPr>
          <a:xfrm>
            <a:off x="1794897" y="1639696"/>
            <a:ext cx="812282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200" dirty="0"/>
              <a:t>16</a:t>
            </a:r>
            <a:r>
              <a:rPr lang="en-PK" sz="2200" dirty="0"/>
              <a:t> documented test cases </a:t>
            </a:r>
            <a:r>
              <a:rPr lang="en-US" sz="2200" dirty="0"/>
              <a:t>8</a:t>
            </a:r>
            <a:r>
              <a:rPr lang="en-PK" sz="2200" dirty="0"/>
              <a:t> normal-path, </a:t>
            </a:r>
            <a:r>
              <a:rPr lang="en-US" sz="2200" dirty="0"/>
              <a:t>8</a:t>
            </a:r>
            <a:r>
              <a:rPr lang="en-PK" sz="2200" dirty="0"/>
              <a:t> error-path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7A5A0C8-5EC9-41B9-6F49-29FD285D23BB}"/>
              </a:ext>
            </a:extLst>
          </p:cNvPr>
          <p:cNvSpPr txBox="1"/>
          <p:nvPr/>
        </p:nvSpPr>
        <p:spPr>
          <a:xfrm>
            <a:off x="4650000" y="2164405"/>
            <a:ext cx="30748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What they Covered</a:t>
            </a:r>
            <a:endParaRPr lang="en-PK" sz="2400" b="1" dirty="0"/>
          </a:p>
        </p:txBody>
      </p:sp>
    </p:spTree>
    <p:extLst>
      <p:ext uri="{BB962C8B-B14F-4D97-AF65-F5344CB8AC3E}">
        <p14:creationId xmlns:p14="http://schemas.microsoft.com/office/powerpoint/2010/main" val="33779023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28336-892F-AC92-CC59-F647785C6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/>
              <a:t>Limitations </a:t>
            </a:r>
            <a:r>
              <a:rPr lang="en-US"/>
              <a:t>&amp; Future Roadmap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7E89E1-CAD6-A941-3AC1-B4199A7C06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65" y="1797424"/>
            <a:ext cx="7348164" cy="21022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PK" sz="2400" b="1" dirty="0"/>
              <a:t>Planned next:</a:t>
            </a:r>
            <a:endParaRPr lang="en-PK" sz="2400" dirty="0"/>
          </a:p>
          <a:p>
            <a:pPr lvl="0"/>
            <a:r>
              <a:rPr lang="en-PK" dirty="0"/>
              <a:t>Real email service integration (</a:t>
            </a:r>
            <a:r>
              <a:rPr lang="en-PK" dirty="0" err="1"/>
              <a:t>Nodemailer</a:t>
            </a:r>
            <a:r>
              <a:rPr lang="en-PK" dirty="0"/>
              <a:t> / transactional API)</a:t>
            </a:r>
          </a:p>
          <a:p>
            <a:pPr lvl="0"/>
            <a:r>
              <a:rPr lang="en-PK" dirty="0"/>
              <a:t>Product image uploads, pagination for large </a:t>
            </a:r>
            <a:r>
              <a:rPr lang="en-PK" dirty="0" err="1"/>
              <a:t>catalogs</a:t>
            </a:r>
            <a:endParaRPr lang="en-PK" dirty="0"/>
          </a:p>
          <a:p>
            <a:pPr lvl="0"/>
            <a:r>
              <a:rPr lang="en-PK" dirty="0"/>
              <a:t>Refresh-token based session persistence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009E969-F130-309C-B3CA-55F458338FD9}"/>
              </a:ext>
            </a:extLst>
          </p:cNvPr>
          <p:cNvSpPr txBox="1"/>
          <p:nvPr/>
        </p:nvSpPr>
        <p:spPr>
          <a:xfrm>
            <a:off x="4568439" y="4491336"/>
            <a:ext cx="60982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PK" sz="2400" b="1" dirty="0"/>
              <a:t>Current limitations:</a:t>
            </a:r>
            <a:endParaRPr lang="en-PK" sz="2400" dirty="0"/>
          </a:p>
        </p:txBody>
      </p:sp>
      <p:sp>
        <p:nvSpPr>
          <p:cNvPr id="92" name="Content Placeholder 2">
            <a:extLst>
              <a:ext uri="{FF2B5EF4-FFF2-40B4-BE49-F238E27FC236}">
                <a16:creationId xmlns:a16="http://schemas.microsoft.com/office/drawing/2014/main" id="{9E2D8791-9AC6-60B3-9D9B-730306D71591}"/>
              </a:ext>
            </a:extLst>
          </p:cNvPr>
          <p:cNvSpPr txBox="1">
            <a:spLocks/>
          </p:cNvSpPr>
          <p:nvPr/>
        </p:nvSpPr>
        <p:spPr>
          <a:xfrm>
            <a:off x="4568439" y="5055882"/>
            <a:ext cx="7348164" cy="12808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PK" dirty="0"/>
              <a:t>Password reset is dev-mode only (no real email delivery)</a:t>
            </a:r>
          </a:p>
          <a:p>
            <a:pPr lvl="0"/>
            <a:r>
              <a:rPr lang="en-PK" dirty="0"/>
              <a:t>No refresh-token flow expired sessions require a full re-login</a:t>
            </a:r>
          </a:p>
          <a:p>
            <a:pPr lvl="0"/>
            <a:r>
              <a:rPr lang="en-PK" dirty="0"/>
              <a:t>Serverless cold starts add latency after inactivity</a:t>
            </a:r>
          </a:p>
        </p:txBody>
      </p:sp>
    </p:spTree>
    <p:extLst>
      <p:ext uri="{BB962C8B-B14F-4D97-AF65-F5344CB8AC3E}">
        <p14:creationId xmlns:p14="http://schemas.microsoft.com/office/powerpoint/2010/main" val="40876434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roup 59">
            <a:extLst>
              <a:ext uri="{FF2B5EF4-FFF2-40B4-BE49-F238E27FC236}">
                <a16:creationId xmlns:a16="http://schemas.microsoft.com/office/drawing/2014/main" id="{013C2CBB-FBA9-4601-A756-927997BF9E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</p:grpSpPr>
        <p:sp>
          <p:nvSpPr>
            <p:cNvPr id="107" name="Freeform 11">
              <a:extLst>
                <a:ext uri="{FF2B5EF4-FFF2-40B4-BE49-F238E27FC236}">
                  <a16:creationId xmlns:a16="http://schemas.microsoft.com/office/drawing/2014/main" id="{471AD1B6-2D6A-41A3-AAFA-548C3C82B7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09" name="Freeform 12">
              <a:extLst>
                <a:ext uri="{FF2B5EF4-FFF2-40B4-BE49-F238E27FC236}">
                  <a16:creationId xmlns:a16="http://schemas.microsoft.com/office/drawing/2014/main" id="{008B2D67-18BC-46CD-B558-71B0C027A0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10" name="Freeform 13">
              <a:extLst>
                <a:ext uri="{FF2B5EF4-FFF2-40B4-BE49-F238E27FC236}">
                  <a16:creationId xmlns:a16="http://schemas.microsoft.com/office/drawing/2014/main" id="{02349D49-844A-4732-B74F-A633E4F909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11" name="Freeform 14">
              <a:extLst>
                <a:ext uri="{FF2B5EF4-FFF2-40B4-BE49-F238E27FC236}">
                  <a16:creationId xmlns:a16="http://schemas.microsoft.com/office/drawing/2014/main" id="{C6B70679-34C8-45DA-A982-7C94DB2A8A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12" name="Freeform 15">
              <a:extLst>
                <a:ext uri="{FF2B5EF4-FFF2-40B4-BE49-F238E27FC236}">
                  <a16:creationId xmlns:a16="http://schemas.microsoft.com/office/drawing/2014/main" id="{058DE69F-ECB5-46CD-B0CD-526CB7A7D6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13" name="Freeform 16">
              <a:extLst>
                <a:ext uri="{FF2B5EF4-FFF2-40B4-BE49-F238E27FC236}">
                  <a16:creationId xmlns:a16="http://schemas.microsoft.com/office/drawing/2014/main" id="{5A106322-670F-4CE5-96C6-5779E42C3B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14" name="Freeform 17">
              <a:extLst>
                <a:ext uri="{FF2B5EF4-FFF2-40B4-BE49-F238E27FC236}">
                  <a16:creationId xmlns:a16="http://schemas.microsoft.com/office/drawing/2014/main" id="{841566A8-C662-4164-8DAC-4ECE012DD2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15" name="Freeform 18">
              <a:extLst>
                <a:ext uri="{FF2B5EF4-FFF2-40B4-BE49-F238E27FC236}">
                  <a16:creationId xmlns:a16="http://schemas.microsoft.com/office/drawing/2014/main" id="{8AA41139-9478-4631-83AC-CACF510E22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16" name="Freeform 19">
              <a:extLst>
                <a:ext uri="{FF2B5EF4-FFF2-40B4-BE49-F238E27FC236}">
                  <a16:creationId xmlns:a16="http://schemas.microsoft.com/office/drawing/2014/main" id="{2757AEA2-47D3-4F15-8965-CF5ACB9FBB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17" name="Freeform 20">
              <a:extLst>
                <a:ext uri="{FF2B5EF4-FFF2-40B4-BE49-F238E27FC236}">
                  <a16:creationId xmlns:a16="http://schemas.microsoft.com/office/drawing/2014/main" id="{9A724763-FC28-428A-8C6C-22C1D04F2C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18" name="Freeform 21">
              <a:extLst>
                <a:ext uri="{FF2B5EF4-FFF2-40B4-BE49-F238E27FC236}">
                  <a16:creationId xmlns:a16="http://schemas.microsoft.com/office/drawing/2014/main" id="{5A6B8103-BF34-4758-A663-1060D0D05A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19" name="Freeform 22">
              <a:extLst>
                <a:ext uri="{FF2B5EF4-FFF2-40B4-BE49-F238E27FC236}">
                  <a16:creationId xmlns:a16="http://schemas.microsoft.com/office/drawing/2014/main" id="{BCE9E2B0-1FB5-4D63-ABD1-0C645BFDDE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1A54B10D-23ED-48C3-B878-DB4D22D70C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32"/>
            <a:ext cx="2356675" cy="6853285"/>
            <a:chOff x="6627813" y="195454"/>
            <a:chExt cx="1952625" cy="5678297"/>
          </a:xfrm>
        </p:grpSpPr>
        <p:sp>
          <p:nvSpPr>
            <p:cNvPr id="120" name="Freeform 27">
              <a:extLst>
                <a:ext uri="{FF2B5EF4-FFF2-40B4-BE49-F238E27FC236}">
                  <a16:creationId xmlns:a16="http://schemas.microsoft.com/office/drawing/2014/main" id="{427FE77E-63C3-43BF-91DD-60C1C11D9E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5454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21" name="Freeform 28">
              <a:extLst>
                <a:ext uri="{FF2B5EF4-FFF2-40B4-BE49-F238E27FC236}">
                  <a16:creationId xmlns:a16="http://schemas.microsoft.com/office/drawing/2014/main" id="{904C998C-3D2D-42D6-B78F-9ABE6D4AA4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22" name="Freeform 29">
              <a:extLst>
                <a:ext uri="{FF2B5EF4-FFF2-40B4-BE49-F238E27FC236}">
                  <a16:creationId xmlns:a16="http://schemas.microsoft.com/office/drawing/2014/main" id="{23E5FB0C-0803-42A2-8F72-7BADB103F2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23" name="Freeform 30">
              <a:extLst>
                <a:ext uri="{FF2B5EF4-FFF2-40B4-BE49-F238E27FC236}">
                  <a16:creationId xmlns:a16="http://schemas.microsoft.com/office/drawing/2014/main" id="{62E2BC20-5586-4EAB-B00A-9D8A4C1DCC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24" name="Freeform 31">
              <a:extLst>
                <a:ext uri="{FF2B5EF4-FFF2-40B4-BE49-F238E27FC236}">
                  <a16:creationId xmlns:a16="http://schemas.microsoft.com/office/drawing/2014/main" id="{8D072118-6DC0-4325-84D1-9A091A947D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25" name="Freeform 32">
              <a:extLst>
                <a:ext uri="{FF2B5EF4-FFF2-40B4-BE49-F238E27FC236}">
                  <a16:creationId xmlns:a16="http://schemas.microsoft.com/office/drawing/2014/main" id="{B301CE86-EB1F-4CCB-A241-E55CEC25E3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26" name="Freeform 33">
              <a:extLst>
                <a:ext uri="{FF2B5EF4-FFF2-40B4-BE49-F238E27FC236}">
                  <a16:creationId xmlns:a16="http://schemas.microsoft.com/office/drawing/2014/main" id="{BC6F83ED-79B1-4B8A-859B-688CBBD362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27" name="Freeform 34">
              <a:extLst>
                <a:ext uri="{FF2B5EF4-FFF2-40B4-BE49-F238E27FC236}">
                  <a16:creationId xmlns:a16="http://schemas.microsoft.com/office/drawing/2014/main" id="{25AF9289-F5D5-458E-9690-F41146DE0E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28" name="Freeform 35">
              <a:extLst>
                <a:ext uri="{FF2B5EF4-FFF2-40B4-BE49-F238E27FC236}">
                  <a16:creationId xmlns:a16="http://schemas.microsoft.com/office/drawing/2014/main" id="{A36A93EA-AE44-4149-90F1-741509CC29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29" name="Freeform 36">
              <a:extLst>
                <a:ext uri="{FF2B5EF4-FFF2-40B4-BE49-F238E27FC236}">
                  <a16:creationId xmlns:a16="http://schemas.microsoft.com/office/drawing/2014/main" id="{99944D26-7135-409D-9254-8A82B14BD3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30" name="Freeform 37">
              <a:extLst>
                <a:ext uri="{FF2B5EF4-FFF2-40B4-BE49-F238E27FC236}">
                  <a16:creationId xmlns:a16="http://schemas.microsoft.com/office/drawing/2014/main" id="{98086B18-EF68-4DCB-94D7-3E3928D40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31" name="Freeform 38">
              <a:extLst>
                <a:ext uri="{FF2B5EF4-FFF2-40B4-BE49-F238E27FC236}">
                  <a16:creationId xmlns:a16="http://schemas.microsoft.com/office/drawing/2014/main" id="{B8EF7AB5-060E-4C7D-BB79-E2A671C52E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</p:grpSp>
      <p:sp>
        <p:nvSpPr>
          <p:cNvPr id="88" name="Rectangle 87">
            <a:extLst>
              <a:ext uri="{FF2B5EF4-FFF2-40B4-BE49-F238E27FC236}">
                <a16:creationId xmlns:a16="http://schemas.microsoft.com/office/drawing/2014/main" id="{72EA7E7A-2786-4974-974E-596DF24123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90" name="Freeform 6">
            <a:extLst>
              <a:ext uri="{FF2B5EF4-FFF2-40B4-BE49-F238E27FC236}">
                <a16:creationId xmlns:a16="http://schemas.microsoft.com/office/drawing/2014/main" id="{1C84F1F1-4602-447E-9A65-91C7D6D2E5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PK"/>
          </a:p>
        </p:txBody>
      </p:sp>
      <p:sp useBgFill="1">
        <p:nvSpPr>
          <p:cNvPr id="92" name="Rectangle 91">
            <a:extLst>
              <a:ext uri="{FF2B5EF4-FFF2-40B4-BE49-F238E27FC236}">
                <a16:creationId xmlns:a16="http://schemas.microsoft.com/office/drawing/2014/main" id="{57ABABA7-0420-4200-9B65-1C1967CE93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4" name="Group 93">
            <a:extLst>
              <a:ext uri="{FF2B5EF4-FFF2-40B4-BE49-F238E27FC236}">
                <a16:creationId xmlns:a16="http://schemas.microsoft.com/office/drawing/2014/main" id="{7A03E380-9CD1-4ABA-A763-9F9D252B89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6009967" y="0"/>
            <a:ext cx="6176982" cy="6853245"/>
            <a:chOff x="2487613" y="285750"/>
            <a:chExt cx="2428876" cy="5654676"/>
          </a:xfrm>
          <a:solidFill>
            <a:schemeClr val="bg2">
              <a:lumMod val="90000"/>
              <a:alpha val="50000"/>
            </a:schemeClr>
          </a:solidFill>
        </p:grpSpPr>
        <p:sp>
          <p:nvSpPr>
            <p:cNvPr id="132" name="Freeform 11">
              <a:extLst>
                <a:ext uri="{FF2B5EF4-FFF2-40B4-BE49-F238E27FC236}">
                  <a16:creationId xmlns:a16="http://schemas.microsoft.com/office/drawing/2014/main" id="{66E01B84-4C2B-4DE5-90C8-9C4001A75B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96" name="Freeform 12">
              <a:extLst>
                <a:ext uri="{FF2B5EF4-FFF2-40B4-BE49-F238E27FC236}">
                  <a16:creationId xmlns:a16="http://schemas.microsoft.com/office/drawing/2014/main" id="{64CE5A7A-D5C5-4FE5-860C-0B5748FDEE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33" name="Freeform 13">
              <a:extLst>
                <a:ext uri="{FF2B5EF4-FFF2-40B4-BE49-F238E27FC236}">
                  <a16:creationId xmlns:a16="http://schemas.microsoft.com/office/drawing/2014/main" id="{016A7D2A-6EEA-47B8-A763-7D82E41B3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98" name="Freeform 14">
              <a:extLst>
                <a:ext uri="{FF2B5EF4-FFF2-40B4-BE49-F238E27FC236}">
                  <a16:creationId xmlns:a16="http://schemas.microsoft.com/office/drawing/2014/main" id="{E758F6E7-6DEC-48D0-ACB1-E5E26B13E6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99" name="Freeform 15">
              <a:extLst>
                <a:ext uri="{FF2B5EF4-FFF2-40B4-BE49-F238E27FC236}">
                  <a16:creationId xmlns:a16="http://schemas.microsoft.com/office/drawing/2014/main" id="{B56657FF-C027-42E7-859B-902929B6FA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00" name="Freeform 16">
              <a:extLst>
                <a:ext uri="{FF2B5EF4-FFF2-40B4-BE49-F238E27FC236}">
                  <a16:creationId xmlns:a16="http://schemas.microsoft.com/office/drawing/2014/main" id="{79047F2A-5978-46C6-B3A2-54AAC2136B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01" name="Freeform 17">
              <a:extLst>
                <a:ext uri="{FF2B5EF4-FFF2-40B4-BE49-F238E27FC236}">
                  <a16:creationId xmlns:a16="http://schemas.microsoft.com/office/drawing/2014/main" id="{F3BE8FD1-0A72-4640-AC7A-2E057273F8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02" name="Freeform 18">
              <a:extLst>
                <a:ext uri="{FF2B5EF4-FFF2-40B4-BE49-F238E27FC236}">
                  <a16:creationId xmlns:a16="http://schemas.microsoft.com/office/drawing/2014/main" id="{752FC782-A372-4D11-B20D-958955E564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03" name="Freeform 19">
              <a:extLst>
                <a:ext uri="{FF2B5EF4-FFF2-40B4-BE49-F238E27FC236}">
                  <a16:creationId xmlns:a16="http://schemas.microsoft.com/office/drawing/2014/main" id="{AA00B2F1-BEE2-444A-8249-C8E3212CA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4" y="468286"/>
              <a:ext cx="1768475" cy="4262464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04" name="Freeform 20">
              <a:extLst>
                <a:ext uri="{FF2B5EF4-FFF2-40B4-BE49-F238E27FC236}">
                  <a16:creationId xmlns:a16="http://schemas.microsoft.com/office/drawing/2014/main" id="{E7F5747E-514B-4CF7-B6B0-DAD7149097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05" name="Freeform 21">
              <a:extLst>
                <a:ext uri="{FF2B5EF4-FFF2-40B4-BE49-F238E27FC236}">
                  <a16:creationId xmlns:a16="http://schemas.microsoft.com/office/drawing/2014/main" id="{931614BB-1593-40ED-8113-2BD1187055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06" name="Freeform 22">
              <a:extLst>
                <a:ext uri="{FF2B5EF4-FFF2-40B4-BE49-F238E27FC236}">
                  <a16:creationId xmlns:a16="http://schemas.microsoft.com/office/drawing/2014/main" id="{2691871F-F15C-4E19-BC9C-78E5748D74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</p:grpSp>
      <p:sp>
        <p:nvSpPr>
          <p:cNvPr id="108" name="Freeform 6">
            <a:extLst>
              <a:ext uri="{FF2B5EF4-FFF2-40B4-BE49-F238E27FC236}">
                <a16:creationId xmlns:a16="http://schemas.microsoft.com/office/drawing/2014/main" id="{8576F020-8157-45CE-B1D9-6FA47AFEB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1159566"/>
            <a:ext cx="7560245" cy="453886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/>
          <a:lstStyle/>
          <a:p>
            <a:endParaRPr lang="en-P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6B4866-C691-537B-8EE3-D38457C54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7215" y="1318591"/>
            <a:ext cx="10553630" cy="422082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>
                <a:solidFill>
                  <a:srgbClr val="FFFFFF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545657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647252"/>
      </a:dk2>
      <a:lt2>
        <a:srgbClr val="EAE8CF"/>
      </a:lt2>
      <a:accent1>
        <a:srgbClr val="E78712"/>
      </a:accent1>
      <a:accent2>
        <a:srgbClr val="B73C26"/>
      </a:accent2>
      <a:accent3>
        <a:srgbClr val="865331"/>
      </a:accent3>
      <a:accent4>
        <a:srgbClr val="B38648"/>
      </a:accent4>
      <a:accent5>
        <a:srgbClr val="BBB473"/>
      </a:accent5>
      <a:accent6>
        <a:srgbClr val="849276"/>
      </a:accent6>
      <a:hlink>
        <a:srgbClr val="FDAB2A"/>
      </a:hlink>
      <a:folHlink>
        <a:srgbClr val="CCB182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54F6613E-5ED7-40ED-90A8-F639BE712C0E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EA0CC1F2D7347438DD75F0030C18908" ma:contentTypeVersion="5" ma:contentTypeDescription="Create a new document." ma:contentTypeScope="" ma:versionID="a2dbdbc674f5dbc71dfb6326a436f8ee">
  <xsd:schema xmlns:xsd="http://www.w3.org/2001/XMLSchema" xmlns:xs="http://www.w3.org/2001/XMLSchema" xmlns:p="http://schemas.microsoft.com/office/2006/metadata/properties" xmlns:ns3="6b8a605c-f063-45b8-a3dd-8aad555f6b84" targetNamespace="http://schemas.microsoft.com/office/2006/metadata/properties" ma:root="true" ma:fieldsID="4f78d1e1d140d3caf4300b48e5ef4046" ns3:_="">
    <xsd:import namespace="6b8a605c-f063-45b8-a3dd-8aad555f6b8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8a605c-f063-45b8-a3dd-8aad555f6b8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6b8a605c-f063-45b8-a3dd-8aad555f6b84" xsi:nil="true"/>
  </documentManagement>
</p:properties>
</file>

<file path=customXml/itemProps1.xml><?xml version="1.0" encoding="utf-8"?>
<ds:datastoreItem xmlns:ds="http://schemas.openxmlformats.org/officeDocument/2006/customXml" ds:itemID="{FC39EA8B-07DD-4A2E-9CCF-7122BCBEBD4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b8a605c-f063-45b8-a3dd-8aad555f6b8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3C83C2D-E50D-474A-87F9-FB696D6B080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5F282F5-6783-4BB7-982C-AF37603B2A15}">
  <ds:schemaRefs>
    <ds:schemaRef ds:uri="http://schemas.microsoft.com/office/2006/documentManagement/types"/>
    <ds:schemaRef ds:uri="http://purl.org/dc/elements/1.1/"/>
    <ds:schemaRef ds:uri="http://purl.org/dc/dcmitype/"/>
    <ds:schemaRef ds:uri="http://schemas.microsoft.com/office/infopath/2007/PartnerControls"/>
    <ds:schemaRef ds:uri="http://purl.org/dc/terms/"/>
    <ds:schemaRef ds:uri="6b8a605c-f063-45b8-a3dd-8aad555f6b84"/>
    <ds:schemaRef ds:uri="http://schemas.openxmlformats.org/package/2006/metadata/core-properties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Modulo</Template>
  <TotalTime>551</TotalTime>
  <Words>599</Words>
  <Application>Microsoft Office PowerPoint</Application>
  <PresentationFormat>Widescreen</PresentationFormat>
  <Paragraphs>131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Century Gothic</vt:lpstr>
      <vt:lpstr>Wingdings</vt:lpstr>
      <vt:lpstr>Wingdings 3</vt:lpstr>
      <vt:lpstr>Wisp</vt:lpstr>
      <vt:lpstr>Online Shopping Website</vt:lpstr>
      <vt:lpstr>Introduction</vt:lpstr>
      <vt:lpstr>Feature List</vt:lpstr>
      <vt:lpstr>Tech Stack</vt:lpstr>
      <vt:lpstr>System Architecture</vt:lpstr>
      <vt:lpstr>File Heirarchy</vt:lpstr>
      <vt:lpstr>Data Model</vt:lpstr>
      <vt:lpstr>API Design </vt:lpstr>
      <vt:lpstr>Authentication Flow</vt:lpstr>
      <vt:lpstr>Security Measures</vt:lpstr>
      <vt:lpstr>Testing </vt:lpstr>
      <vt:lpstr>Limitations &amp; Future Roadmap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u2023509</dc:creator>
  <cp:lastModifiedBy>u2023509</cp:lastModifiedBy>
  <cp:revision>3</cp:revision>
  <dcterms:created xsi:type="dcterms:W3CDTF">2026-09-01T15:19:47Z</dcterms:created>
  <dcterms:modified xsi:type="dcterms:W3CDTF">2026-09-03T14:08:08Z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0x010100AEA0CC1F2D7347438DD75F0030C18908</vt:lpwstr>
  </property>
</Properties>
</file>